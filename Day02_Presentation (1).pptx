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7" r:id="rId2"/>
    <p:sldMasterId id="2147483710" r:id="rId3"/>
    <p:sldMasterId id="2147483723" r:id="rId4"/>
    <p:sldMasterId id="2147483736" r:id="rId5"/>
    <p:sldMasterId id="2147483749" r:id="rId6"/>
  </p:sldMasterIdLst>
  <p:notesMasterIdLst>
    <p:notesMasterId r:id="rId45"/>
  </p:notesMasterIdLst>
  <p:sldIdLst>
    <p:sldId id="257" r:id="rId7"/>
    <p:sldId id="258" r:id="rId8"/>
    <p:sldId id="259" r:id="rId9"/>
    <p:sldId id="260" r:id="rId10"/>
    <p:sldId id="281" r:id="rId11"/>
    <p:sldId id="280" r:id="rId12"/>
    <p:sldId id="282" r:id="rId13"/>
    <p:sldId id="283" r:id="rId14"/>
    <p:sldId id="290" r:id="rId15"/>
    <p:sldId id="284" r:id="rId16"/>
    <p:sldId id="289" r:id="rId17"/>
    <p:sldId id="285" r:id="rId18"/>
    <p:sldId id="291" r:id="rId19"/>
    <p:sldId id="286" r:id="rId20"/>
    <p:sldId id="292" r:id="rId21"/>
    <p:sldId id="288" r:id="rId22"/>
    <p:sldId id="293" r:id="rId23"/>
    <p:sldId id="263" r:id="rId24"/>
    <p:sldId id="265" r:id="rId25"/>
    <p:sldId id="295" r:id="rId26"/>
    <p:sldId id="266" r:id="rId27"/>
    <p:sldId id="269" r:id="rId28"/>
    <p:sldId id="270" r:id="rId29"/>
    <p:sldId id="267" r:id="rId30"/>
    <p:sldId id="268" r:id="rId31"/>
    <p:sldId id="264" r:id="rId32"/>
    <p:sldId id="294" r:id="rId33"/>
    <p:sldId id="271" r:id="rId34"/>
    <p:sldId id="272" r:id="rId35"/>
    <p:sldId id="274" r:id="rId36"/>
    <p:sldId id="275" r:id="rId37"/>
    <p:sldId id="279" r:id="rId38"/>
    <p:sldId id="277" r:id="rId39"/>
    <p:sldId id="278" r:id="rId40"/>
    <p:sldId id="273" r:id="rId41"/>
    <p:sldId id="296" r:id="rId42"/>
    <p:sldId id="261" r:id="rId43"/>
    <p:sldId id="26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12ChRvCMXW8" TargetMode="Externa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0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Vd5jeqW3As4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4C611-FC4C-4956-BBA3-880326F2C0AE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908A5A90-02DC-40BD-999B-D7FCD90D4D13}">
      <dgm:prSet/>
      <dgm:spPr/>
      <dgm:t>
        <a:bodyPr/>
        <a:lstStyle/>
        <a:p>
          <a:pPr rtl="0"/>
          <a:r>
            <a:rPr lang="en-US" dirty="0" smtClean="0">
              <a:hlinkClick xmlns:r="http://schemas.openxmlformats.org/officeDocument/2006/relationships" r:id="rId1"/>
            </a:rPr>
            <a:t>https://youtu.be/12ChRvCMXW8</a:t>
          </a:r>
          <a:endParaRPr lang="en-US" dirty="0"/>
        </a:p>
      </dgm:t>
    </dgm:pt>
    <dgm:pt modelId="{4BBF2E08-6C25-441C-8CCC-D9346DAB6159}" type="parTrans" cxnId="{86D5246A-B532-451B-9A49-69C18E119BF2}">
      <dgm:prSet/>
      <dgm:spPr/>
      <dgm:t>
        <a:bodyPr/>
        <a:lstStyle/>
        <a:p>
          <a:endParaRPr lang="en-US"/>
        </a:p>
      </dgm:t>
    </dgm:pt>
    <dgm:pt modelId="{350060E5-A3C9-4D1A-8425-E207932D9B3A}" type="sibTrans" cxnId="{86D5246A-B532-451B-9A49-69C18E119BF2}">
      <dgm:prSet/>
      <dgm:spPr/>
      <dgm:t>
        <a:bodyPr/>
        <a:lstStyle/>
        <a:p>
          <a:endParaRPr lang="en-US"/>
        </a:p>
      </dgm:t>
    </dgm:pt>
    <dgm:pt modelId="{3BD6E62C-7A01-4FEE-83CB-A304291924BD}" type="pres">
      <dgm:prSet presAssocID="{C1E4C611-FC4C-4956-BBA3-880326F2C0A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7D73BB-851B-48DA-A677-04222669D7E9}" type="pres">
      <dgm:prSet presAssocID="{908A5A90-02DC-40BD-999B-D7FCD90D4D1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CCC444-1594-4DCB-AC9A-D1FED7AB56DD}" type="presOf" srcId="{C1E4C611-FC4C-4956-BBA3-880326F2C0AE}" destId="{3BD6E62C-7A01-4FEE-83CB-A304291924BD}" srcOrd="0" destOrd="0" presId="urn:microsoft.com/office/officeart/2005/8/layout/vList2"/>
    <dgm:cxn modelId="{E850916E-F680-4B93-B876-B061FB2518BE}" type="presOf" srcId="{908A5A90-02DC-40BD-999B-D7FCD90D4D13}" destId="{387D73BB-851B-48DA-A677-04222669D7E9}" srcOrd="0" destOrd="0" presId="urn:microsoft.com/office/officeart/2005/8/layout/vList2"/>
    <dgm:cxn modelId="{86D5246A-B532-451B-9A49-69C18E119BF2}" srcId="{C1E4C611-FC4C-4956-BBA3-880326F2C0AE}" destId="{908A5A90-02DC-40BD-999B-D7FCD90D4D13}" srcOrd="0" destOrd="0" parTransId="{4BBF2E08-6C25-441C-8CCC-D9346DAB6159}" sibTransId="{350060E5-A3C9-4D1A-8425-E207932D9B3A}"/>
    <dgm:cxn modelId="{FAB61C5E-14BC-42B2-BAE6-D3EBD71ADED3}" type="presParOf" srcId="{3BD6E62C-7A01-4FEE-83CB-A304291924BD}" destId="{387D73BB-851B-48DA-A677-04222669D7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56F100-B449-42BD-9D3D-DC122C48600F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9F69E4B0-EF0D-427E-A0D3-9E83F3CEC3D2}">
      <dgm:prSet/>
      <dgm:spPr/>
      <dgm:t>
        <a:bodyPr/>
        <a:lstStyle/>
        <a:p>
          <a:pPr rtl="0"/>
          <a:r>
            <a:rPr lang="en-US" smtClean="0"/>
            <a:t>Telescopes have two main parts:</a:t>
          </a:r>
          <a:endParaRPr lang="en-US"/>
        </a:p>
      </dgm:t>
    </dgm:pt>
    <dgm:pt modelId="{35BB7E75-6A8E-4C54-B90B-AA1A98DBE4FB}" type="parTrans" cxnId="{FCCB5336-6351-4F35-9CB2-5E5D08E1727A}">
      <dgm:prSet/>
      <dgm:spPr/>
      <dgm:t>
        <a:bodyPr/>
        <a:lstStyle/>
        <a:p>
          <a:endParaRPr lang="en-US"/>
        </a:p>
      </dgm:t>
    </dgm:pt>
    <dgm:pt modelId="{0A231088-FB69-4C61-8783-1BC019F87548}" type="sibTrans" cxnId="{FCCB5336-6351-4F35-9CB2-5E5D08E1727A}">
      <dgm:prSet/>
      <dgm:spPr/>
      <dgm:t>
        <a:bodyPr/>
        <a:lstStyle/>
        <a:p>
          <a:endParaRPr lang="en-US"/>
        </a:p>
      </dgm:t>
    </dgm:pt>
    <dgm:pt modelId="{4625537D-19BB-47E0-9500-09381E9CA49A}">
      <dgm:prSet/>
      <dgm:spPr/>
      <dgm:t>
        <a:bodyPr/>
        <a:lstStyle/>
        <a:p>
          <a:pPr rtl="0"/>
          <a:r>
            <a:rPr lang="en-US" dirty="0" smtClean="0"/>
            <a:t>the first lens (objective lens )</a:t>
          </a:r>
          <a:endParaRPr lang="en-US" dirty="0"/>
        </a:p>
      </dgm:t>
    </dgm:pt>
    <dgm:pt modelId="{833EEF85-2A09-4B72-9D80-732D737372EB}" type="parTrans" cxnId="{28D6EC66-CA3D-45E0-921D-49FC54CE6E22}">
      <dgm:prSet/>
      <dgm:spPr/>
      <dgm:t>
        <a:bodyPr/>
        <a:lstStyle/>
        <a:p>
          <a:endParaRPr lang="en-US"/>
        </a:p>
      </dgm:t>
    </dgm:pt>
    <dgm:pt modelId="{A3B28F8E-18DE-487D-A549-FDBBC0F04AD1}" type="sibTrans" cxnId="{28D6EC66-CA3D-45E0-921D-49FC54CE6E22}">
      <dgm:prSet/>
      <dgm:spPr/>
      <dgm:t>
        <a:bodyPr/>
        <a:lstStyle/>
        <a:p>
          <a:endParaRPr lang="en-US"/>
        </a:p>
      </dgm:t>
    </dgm:pt>
    <dgm:pt modelId="{A2FBD185-3696-4A77-ABD2-500E464CD851}">
      <dgm:prSet/>
      <dgm:spPr/>
      <dgm:t>
        <a:bodyPr/>
        <a:lstStyle/>
        <a:p>
          <a:pPr rtl="0"/>
          <a:r>
            <a:rPr lang="en-US" smtClean="0"/>
            <a:t>the second lens (the eyepiece)</a:t>
          </a:r>
          <a:endParaRPr lang="en-US"/>
        </a:p>
      </dgm:t>
    </dgm:pt>
    <dgm:pt modelId="{B91BE478-A652-4D2C-9CD4-66636E40C32F}" type="parTrans" cxnId="{CD770A6B-4F31-40A5-993A-A50FF5C27552}">
      <dgm:prSet/>
      <dgm:spPr/>
      <dgm:t>
        <a:bodyPr/>
        <a:lstStyle/>
        <a:p>
          <a:endParaRPr lang="en-US"/>
        </a:p>
      </dgm:t>
    </dgm:pt>
    <dgm:pt modelId="{150558DF-5906-437D-92FF-47A09753D4BF}" type="sibTrans" cxnId="{CD770A6B-4F31-40A5-993A-A50FF5C27552}">
      <dgm:prSet/>
      <dgm:spPr/>
      <dgm:t>
        <a:bodyPr/>
        <a:lstStyle/>
        <a:p>
          <a:endParaRPr lang="en-US"/>
        </a:p>
      </dgm:t>
    </dgm:pt>
    <dgm:pt modelId="{0EBC2592-BB03-4B74-B309-B4E3AEA96E6F}">
      <dgm:prSet/>
      <dgm:spPr/>
      <dgm:t>
        <a:bodyPr/>
        <a:lstStyle/>
        <a:p>
          <a:pPr rtl="0"/>
          <a:r>
            <a:rPr lang="en-US" smtClean="0"/>
            <a:t>Telescopes that use only lenses are called refracting telescopes / refractors. [ F70060 ]</a:t>
          </a:r>
          <a:endParaRPr lang="en-US"/>
        </a:p>
      </dgm:t>
    </dgm:pt>
    <dgm:pt modelId="{D5608862-FB30-4E55-BD79-B5D7E0837AD1}" type="parTrans" cxnId="{F876BE1C-E1FE-4126-A043-A28BAA39B3D3}">
      <dgm:prSet/>
      <dgm:spPr/>
      <dgm:t>
        <a:bodyPr/>
        <a:lstStyle/>
        <a:p>
          <a:endParaRPr lang="en-US"/>
        </a:p>
      </dgm:t>
    </dgm:pt>
    <dgm:pt modelId="{08F1C277-C773-45C8-9D5A-E6AB88A89C47}" type="sibTrans" cxnId="{F876BE1C-E1FE-4126-A043-A28BAA39B3D3}">
      <dgm:prSet/>
      <dgm:spPr/>
      <dgm:t>
        <a:bodyPr/>
        <a:lstStyle/>
        <a:p>
          <a:endParaRPr lang="en-US"/>
        </a:p>
      </dgm:t>
    </dgm:pt>
    <dgm:pt modelId="{FFA97168-4AD4-41F7-B66B-8834F7DA4384}">
      <dgm:prSet/>
      <dgm:spPr/>
      <dgm:t>
        <a:bodyPr/>
        <a:lstStyle/>
        <a:p>
          <a:pPr rtl="0"/>
          <a:r>
            <a:rPr lang="en-US" smtClean="0"/>
            <a:t>Some telescopes use a mirror, called the primary mirror, in place of the first lens. These are called reflecting  telescopes/reflectors.</a:t>
          </a:r>
          <a:endParaRPr lang="en-US"/>
        </a:p>
      </dgm:t>
    </dgm:pt>
    <dgm:pt modelId="{B3AC2493-F090-4853-8A0B-CDB62084F966}" type="parTrans" cxnId="{55DE132E-46C0-43C2-920B-0AED9D0A6D50}">
      <dgm:prSet/>
      <dgm:spPr/>
      <dgm:t>
        <a:bodyPr/>
        <a:lstStyle/>
        <a:p>
          <a:endParaRPr lang="en-US"/>
        </a:p>
      </dgm:t>
    </dgm:pt>
    <dgm:pt modelId="{08B3A333-072E-4589-B3C7-692B0009BB45}" type="sibTrans" cxnId="{55DE132E-46C0-43C2-920B-0AED9D0A6D50}">
      <dgm:prSet/>
      <dgm:spPr/>
      <dgm:t>
        <a:bodyPr/>
        <a:lstStyle/>
        <a:p>
          <a:endParaRPr lang="en-US"/>
        </a:p>
      </dgm:t>
    </dgm:pt>
    <dgm:pt modelId="{C6A9924F-913B-4C9C-9665-D253DD3CDD69}" type="pres">
      <dgm:prSet presAssocID="{4E56F100-B449-42BD-9D3D-DC122C48600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26FB5C-B4CE-4638-8494-13E3EC4AF3F6}" type="pres">
      <dgm:prSet presAssocID="{9F69E4B0-EF0D-427E-A0D3-9E83F3CEC3D2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29C1F2-310E-46CC-ABBF-1DF142C75272}" type="pres">
      <dgm:prSet presAssocID="{9F69E4B0-EF0D-427E-A0D3-9E83F3CEC3D2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881D87-D8CF-4B40-A0C1-08BB52FD101A}" type="pres">
      <dgm:prSet presAssocID="{0EBC2592-BB03-4B74-B309-B4E3AEA96E6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354948-D30E-47F3-9324-B615E4D132E0}" type="pres">
      <dgm:prSet presAssocID="{08F1C277-C773-45C8-9D5A-E6AB88A89C47}" presName="spacer" presStyleCnt="0"/>
      <dgm:spPr/>
    </dgm:pt>
    <dgm:pt modelId="{8ADD8464-E510-4176-A790-98AAFAE8EB46}" type="pres">
      <dgm:prSet presAssocID="{FFA97168-4AD4-41F7-B66B-8834F7DA438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9F6B99F-C801-4A7F-85DD-CB5058A5D941}" type="presOf" srcId="{FFA97168-4AD4-41F7-B66B-8834F7DA4384}" destId="{8ADD8464-E510-4176-A790-98AAFAE8EB46}" srcOrd="0" destOrd="0" presId="urn:microsoft.com/office/officeart/2005/8/layout/vList2"/>
    <dgm:cxn modelId="{55DE132E-46C0-43C2-920B-0AED9D0A6D50}" srcId="{4E56F100-B449-42BD-9D3D-DC122C48600F}" destId="{FFA97168-4AD4-41F7-B66B-8834F7DA4384}" srcOrd="2" destOrd="0" parTransId="{B3AC2493-F090-4853-8A0B-CDB62084F966}" sibTransId="{08B3A333-072E-4589-B3C7-692B0009BB45}"/>
    <dgm:cxn modelId="{FCCB5336-6351-4F35-9CB2-5E5D08E1727A}" srcId="{4E56F100-B449-42BD-9D3D-DC122C48600F}" destId="{9F69E4B0-EF0D-427E-A0D3-9E83F3CEC3D2}" srcOrd="0" destOrd="0" parTransId="{35BB7E75-6A8E-4C54-B90B-AA1A98DBE4FB}" sibTransId="{0A231088-FB69-4C61-8783-1BC019F87548}"/>
    <dgm:cxn modelId="{A313FDEF-82C7-459D-8416-5266C504A79B}" type="presOf" srcId="{A2FBD185-3696-4A77-ABD2-500E464CD851}" destId="{E129C1F2-310E-46CC-ABBF-1DF142C75272}" srcOrd="0" destOrd="1" presId="urn:microsoft.com/office/officeart/2005/8/layout/vList2"/>
    <dgm:cxn modelId="{CA5F2072-64F0-44F9-AA29-78388825CC4A}" type="presOf" srcId="{0EBC2592-BB03-4B74-B309-B4E3AEA96E6F}" destId="{85881D87-D8CF-4B40-A0C1-08BB52FD101A}" srcOrd="0" destOrd="0" presId="urn:microsoft.com/office/officeart/2005/8/layout/vList2"/>
    <dgm:cxn modelId="{8D833E7B-D693-46F4-9DB4-02F84FBDCFB0}" type="presOf" srcId="{4625537D-19BB-47E0-9500-09381E9CA49A}" destId="{E129C1F2-310E-46CC-ABBF-1DF142C75272}" srcOrd="0" destOrd="0" presId="urn:microsoft.com/office/officeart/2005/8/layout/vList2"/>
    <dgm:cxn modelId="{0C7BB6A8-E2DB-43F3-96F9-C7B21EDB306D}" type="presOf" srcId="{4E56F100-B449-42BD-9D3D-DC122C48600F}" destId="{C6A9924F-913B-4C9C-9665-D253DD3CDD69}" srcOrd="0" destOrd="0" presId="urn:microsoft.com/office/officeart/2005/8/layout/vList2"/>
    <dgm:cxn modelId="{68905448-BFF6-4D74-843D-05BD1E433468}" type="presOf" srcId="{9F69E4B0-EF0D-427E-A0D3-9E83F3CEC3D2}" destId="{EE26FB5C-B4CE-4638-8494-13E3EC4AF3F6}" srcOrd="0" destOrd="0" presId="urn:microsoft.com/office/officeart/2005/8/layout/vList2"/>
    <dgm:cxn modelId="{28D6EC66-CA3D-45E0-921D-49FC54CE6E22}" srcId="{9F69E4B0-EF0D-427E-A0D3-9E83F3CEC3D2}" destId="{4625537D-19BB-47E0-9500-09381E9CA49A}" srcOrd="0" destOrd="0" parTransId="{833EEF85-2A09-4B72-9D80-732D737372EB}" sibTransId="{A3B28F8E-18DE-487D-A549-FDBBC0F04AD1}"/>
    <dgm:cxn modelId="{CD770A6B-4F31-40A5-993A-A50FF5C27552}" srcId="{9F69E4B0-EF0D-427E-A0D3-9E83F3CEC3D2}" destId="{A2FBD185-3696-4A77-ABD2-500E464CD851}" srcOrd="1" destOrd="0" parTransId="{B91BE478-A652-4D2C-9CD4-66636E40C32F}" sibTransId="{150558DF-5906-437D-92FF-47A09753D4BF}"/>
    <dgm:cxn modelId="{F876BE1C-E1FE-4126-A043-A28BAA39B3D3}" srcId="{4E56F100-B449-42BD-9D3D-DC122C48600F}" destId="{0EBC2592-BB03-4B74-B309-B4E3AEA96E6F}" srcOrd="1" destOrd="0" parTransId="{D5608862-FB30-4E55-BD79-B5D7E0837AD1}" sibTransId="{08F1C277-C773-45C8-9D5A-E6AB88A89C47}"/>
    <dgm:cxn modelId="{87D08F1B-28DF-466B-9292-5ABDF0428768}" type="presParOf" srcId="{C6A9924F-913B-4C9C-9665-D253DD3CDD69}" destId="{EE26FB5C-B4CE-4638-8494-13E3EC4AF3F6}" srcOrd="0" destOrd="0" presId="urn:microsoft.com/office/officeart/2005/8/layout/vList2"/>
    <dgm:cxn modelId="{105DDF62-695E-4865-8BCD-1350462916A2}" type="presParOf" srcId="{C6A9924F-913B-4C9C-9665-D253DD3CDD69}" destId="{E129C1F2-310E-46CC-ABBF-1DF142C75272}" srcOrd="1" destOrd="0" presId="urn:microsoft.com/office/officeart/2005/8/layout/vList2"/>
    <dgm:cxn modelId="{5D1BB522-5979-43A4-B514-C4E07A9404C2}" type="presParOf" srcId="{C6A9924F-913B-4C9C-9665-D253DD3CDD69}" destId="{85881D87-D8CF-4B40-A0C1-08BB52FD101A}" srcOrd="2" destOrd="0" presId="urn:microsoft.com/office/officeart/2005/8/layout/vList2"/>
    <dgm:cxn modelId="{7D911D9B-D5B0-47E4-915F-6C0841F9C93E}" type="presParOf" srcId="{C6A9924F-913B-4C9C-9665-D253DD3CDD69}" destId="{82354948-D30E-47F3-9324-B615E4D132E0}" srcOrd="3" destOrd="0" presId="urn:microsoft.com/office/officeart/2005/8/layout/vList2"/>
    <dgm:cxn modelId="{7DE996EE-BBF2-4D92-A7BB-56648995A254}" type="presParOf" srcId="{C6A9924F-913B-4C9C-9665-D253DD3CDD69}" destId="{8ADD8464-E510-4176-A790-98AAFAE8EB4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8DAC87-D649-45DE-90A8-098AC32697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C52273-DF28-4C24-87DE-BDA941308896}">
      <dgm:prSet/>
      <dgm:spPr/>
      <dgm:t>
        <a:bodyPr/>
        <a:lstStyle/>
        <a:p>
          <a:pPr rtl="0"/>
          <a:r>
            <a:rPr lang="en-US" smtClean="0"/>
            <a:t>The magnification defines the telescope’s ability to enlarge an image or to bring it closer in order to see it better.</a:t>
          </a:r>
          <a:endParaRPr lang="en-US"/>
        </a:p>
      </dgm:t>
    </dgm:pt>
    <dgm:pt modelId="{2B1B008D-5837-4750-B1F0-EE387D77DF74}" type="parTrans" cxnId="{D400ECDF-29A1-493C-9DD7-34FED9C1AA1C}">
      <dgm:prSet/>
      <dgm:spPr/>
      <dgm:t>
        <a:bodyPr/>
        <a:lstStyle/>
        <a:p>
          <a:endParaRPr lang="en-US"/>
        </a:p>
      </dgm:t>
    </dgm:pt>
    <dgm:pt modelId="{EDA1A471-108E-42C8-9C9A-4F7190F811A6}" type="sibTrans" cxnId="{D400ECDF-29A1-493C-9DD7-34FED9C1AA1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1186663-FBB1-4C70-9A74-8CB0977E4FBF}">
          <dgm:prSet/>
          <dgm:spPr/>
          <dgm:t>
            <a:bodyPr/>
            <a:lstStyle/>
            <a:p>
              <a:pPr rtl="0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𝐸𝑥𝑎𝑚𝑝𝑙𝑒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700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𝑓𝑜𝑐𝑎𝑙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𝑙𝑒𝑛𝑔𝑡h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𝑒𝑦𝑒𝑝𝑖𝑒𝑐𝑒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𝑓𝑜𝑐𝑎𝑙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𝑙𝑒𝑛𝑔𝑡h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12.5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𝑚𝑚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=56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𝑚𝑎𝑔𝑛𝑖𝑓𝑖𝑐𝑎𝑡𝑖𝑜𝑛</m:t>
                    </m:r>
                  </m:oMath>
                </m:oMathPara>
              </a14:m>
              <a:endParaRPr lang="en-US"/>
            </a:p>
          </dgm:t>
        </dgm:pt>
      </mc:Choice>
      <mc:Fallback xmlns="">
        <dgm:pt modelId="{61186663-FBB1-4C70-9A74-8CB0977E4FBF}">
          <dgm:prSet/>
          <dgm:spPr/>
          <dgm:t>
            <a:bodyPr/>
            <a:lstStyle/>
            <a:p>
              <a:pPr rtl="0"/>
              <a:r>
                <a:rPr lang="en-US" b="0" i="0" smtClean="0"/>
                <a:t>𝐸𝑥𝑎𝑚𝑝𝑙𝑒: </a:t>
              </a:r>
              <a:r>
                <a:rPr lang="en-US" b="0" i="0"/>
                <a:t> (700𝑚𝑚 𝑓𝑜𝑐𝑎𝑙 𝑙𝑒𝑛𝑔𝑡ℎ)/(𝑒𝑦𝑒𝑝𝑖𝑒𝑐𝑒 𝑓𝑜𝑐𝑎𝑙 𝑙𝑒𝑛𝑔𝑡ℎ 12.5𝑚𝑚)=56𝑥 𝑚𝑎𝑔𝑛𝑖𝑓𝑖𝑐𝑎𝑡𝑖𝑜𝑛</a:t>
              </a:r>
              <a:endParaRPr lang="en-US"/>
            </a:p>
          </dgm:t>
        </dgm:pt>
      </mc:Fallback>
    </mc:AlternateContent>
    <dgm:pt modelId="{CF6362EA-9A6E-401D-856A-C59D7980CC48}" type="parTrans" cxnId="{A696D773-59CE-4EE7-B4E5-1DFF1AAA477B}">
      <dgm:prSet/>
      <dgm:spPr/>
      <dgm:t>
        <a:bodyPr/>
        <a:lstStyle/>
        <a:p>
          <a:endParaRPr lang="en-US"/>
        </a:p>
      </dgm:t>
    </dgm:pt>
    <dgm:pt modelId="{51725170-F649-487A-9BDD-9E41CD23831A}" type="sibTrans" cxnId="{A696D773-59CE-4EE7-B4E5-1DFF1AAA477B}">
      <dgm:prSet/>
      <dgm:spPr/>
      <dgm:t>
        <a:bodyPr/>
        <a:lstStyle/>
        <a:p>
          <a:endParaRPr lang="en-US"/>
        </a:p>
      </dgm:t>
    </dgm:pt>
    <dgm:pt modelId="{192430FD-7D44-4DD6-9974-89B7878DD872}" type="pres">
      <dgm:prSet presAssocID="{CB8DAC87-D649-45DE-90A8-098AC326977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AD2501-67E2-451E-8B87-170FD0223E6F}" type="pres">
      <dgm:prSet presAssocID="{37C52273-DF28-4C24-87DE-BDA94130889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60EF7A-E6F8-4DEC-AF17-3F16846D4E13}" type="pres">
      <dgm:prSet presAssocID="{EDA1A471-108E-42C8-9C9A-4F7190F811A6}" presName="spacer" presStyleCnt="0"/>
      <dgm:spPr/>
    </dgm:pt>
    <dgm:pt modelId="{85957392-22C5-4248-9930-C1BAC1C6FD28}" type="pres">
      <dgm:prSet presAssocID="{61186663-FBB1-4C70-9A74-8CB0977E4FB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400ECDF-29A1-493C-9DD7-34FED9C1AA1C}" srcId="{CB8DAC87-D649-45DE-90A8-098AC3269779}" destId="{37C52273-DF28-4C24-87DE-BDA941308896}" srcOrd="0" destOrd="0" parTransId="{2B1B008D-5837-4750-B1F0-EE387D77DF74}" sibTransId="{EDA1A471-108E-42C8-9C9A-4F7190F811A6}"/>
    <dgm:cxn modelId="{D04A9DCF-42A9-429E-B559-43B8105E9CC3}" type="presOf" srcId="{61186663-FBB1-4C70-9A74-8CB0977E4FBF}" destId="{85957392-22C5-4248-9930-C1BAC1C6FD28}" srcOrd="0" destOrd="0" presId="urn:microsoft.com/office/officeart/2005/8/layout/vList2"/>
    <dgm:cxn modelId="{2ED9D6B1-72A4-4ECE-A455-DFF26617D753}" type="presOf" srcId="{CB8DAC87-D649-45DE-90A8-098AC3269779}" destId="{192430FD-7D44-4DD6-9974-89B7878DD872}" srcOrd="0" destOrd="0" presId="urn:microsoft.com/office/officeart/2005/8/layout/vList2"/>
    <dgm:cxn modelId="{DFFD3F3B-7ABF-4ABB-97CE-D59DA3C8B12D}" type="presOf" srcId="{37C52273-DF28-4C24-87DE-BDA941308896}" destId="{18AD2501-67E2-451E-8B87-170FD0223E6F}" srcOrd="0" destOrd="0" presId="urn:microsoft.com/office/officeart/2005/8/layout/vList2"/>
    <dgm:cxn modelId="{A696D773-59CE-4EE7-B4E5-1DFF1AAA477B}" srcId="{CB8DAC87-D649-45DE-90A8-098AC3269779}" destId="{61186663-FBB1-4C70-9A74-8CB0977E4FBF}" srcOrd="1" destOrd="0" parTransId="{CF6362EA-9A6E-401D-856A-C59D7980CC48}" sibTransId="{51725170-F649-487A-9BDD-9E41CD23831A}"/>
    <dgm:cxn modelId="{F1793CE9-08E3-4598-A1BC-5345F600CA6A}" type="presParOf" srcId="{192430FD-7D44-4DD6-9974-89B7878DD872}" destId="{18AD2501-67E2-451E-8B87-170FD0223E6F}" srcOrd="0" destOrd="0" presId="urn:microsoft.com/office/officeart/2005/8/layout/vList2"/>
    <dgm:cxn modelId="{2E385A5A-0B29-4532-A4DB-BF54FD917495}" type="presParOf" srcId="{192430FD-7D44-4DD6-9974-89B7878DD872}" destId="{3A60EF7A-E6F8-4DEC-AF17-3F16846D4E13}" srcOrd="1" destOrd="0" presId="urn:microsoft.com/office/officeart/2005/8/layout/vList2"/>
    <dgm:cxn modelId="{B301ACA9-04F8-4D8C-87B8-0FE8BBE4CC86}" type="presParOf" srcId="{192430FD-7D44-4DD6-9974-89B7878DD872}" destId="{85957392-22C5-4248-9930-C1BAC1C6FD2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8DAC87-D649-45DE-90A8-098AC32697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C52273-DF28-4C24-87DE-BDA941308896}">
      <dgm:prSet/>
      <dgm:spPr/>
      <dgm:t>
        <a:bodyPr/>
        <a:lstStyle/>
        <a:p>
          <a:pPr rtl="0"/>
          <a:r>
            <a:rPr lang="en-US" smtClean="0"/>
            <a:t>The magnification defines the telescope’s ability to enlarge an image or to bring it closer in order to see it better.</a:t>
          </a:r>
          <a:endParaRPr lang="en-US"/>
        </a:p>
      </dgm:t>
    </dgm:pt>
    <dgm:pt modelId="{2B1B008D-5837-4750-B1F0-EE387D77DF74}" type="parTrans" cxnId="{D400ECDF-29A1-493C-9DD7-34FED9C1AA1C}">
      <dgm:prSet/>
      <dgm:spPr/>
      <dgm:t>
        <a:bodyPr/>
        <a:lstStyle/>
        <a:p>
          <a:endParaRPr lang="en-US"/>
        </a:p>
      </dgm:t>
    </dgm:pt>
    <dgm:pt modelId="{EDA1A471-108E-42C8-9C9A-4F7190F811A6}" type="sibTrans" cxnId="{D400ECDF-29A1-493C-9DD7-34FED9C1AA1C}">
      <dgm:prSet/>
      <dgm:spPr/>
      <dgm:t>
        <a:bodyPr/>
        <a:lstStyle/>
        <a:p>
          <a:endParaRPr lang="en-US"/>
        </a:p>
      </dgm:t>
    </dgm:pt>
    <dgm:pt modelId="{61186663-FBB1-4C70-9A74-8CB0977E4FBF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F6362EA-9A6E-401D-856A-C59D7980CC48}" type="parTrans" cxnId="{A696D773-59CE-4EE7-B4E5-1DFF1AAA477B}">
      <dgm:prSet/>
      <dgm:spPr/>
      <dgm:t>
        <a:bodyPr/>
        <a:lstStyle/>
        <a:p>
          <a:endParaRPr lang="en-US"/>
        </a:p>
      </dgm:t>
    </dgm:pt>
    <dgm:pt modelId="{51725170-F649-487A-9BDD-9E41CD23831A}" type="sibTrans" cxnId="{A696D773-59CE-4EE7-B4E5-1DFF1AAA477B}">
      <dgm:prSet/>
      <dgm:spPr/>
      <dgm:t>
        <a:bodyPr/>
        <a:lstStyle/>
        <a:p>
          <a:endParaRPr lang="en-US"/>
        </a:p>
      </dgm:t>
    </dgm:pt>
    <dgm:pt modelId="{192430FD-7D44-4DD6-9974-89B7878DD872}" type="pres">
      <dgm:prSet presAssocID="{CB8DAC87-D649-45DE-90A8-098AC3269779}" presName="linear" presStyleCnt="0">
        <dgm:presLayoutVars>
          <dgm:animLvl val="lvl"/>
          <dgm:resizeHandles val="exact"/>
        </dgm:presLayoutVars>
      </dgm:prSet>
      <dgm:spPr/>
    </dgm:pt>
    <dgm:pt modelId="{18AD2501-67E2-451E-8B87-170FD0223E6F}" type="pres">
      <dgm:prSet presAssocID="{37C52273-DF28-4C24-87DE-BDA9413088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A60EF7A-E6F8-4DEC-AF17-3F16846D4E13}" type="pres">
      <dgm:prSet presAssocID="{EDA1A471-108E-42C8-9C9A-4F7190F811A6}" presName="spacer" presStyleCnt="0"/>
      <dgm:spPr/>
    </dgm:pt>
    <dgm:pt modelId="{85957392-22C5-4248-9930-C1BAC1C6FD28}" type="pres">
      <dgm:prSet presAssocID="{61186663-FBB1-4C70-9A74-8CB0977E4FB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400ECDF-29A1-493C-9DD7-34FED9C1AA1C}" srcId="{CB8DAC87-D649-45DE-90A8-098AC3269779}" destId="{37C52273-DF28-4C24-87DE-BDA941308896}" srcOrd="0" destOrd="0" parTransId="{2B1B008D-5837-4750-B1F0-EE387D77DF74}" sibTransId="{EDA1A471-108E-42C8-9C9A-4F7190F811A6}"/>
    <dgm:cxn modelId="{D04A9DCF-42A9-429E-B559-43B8105E9CC3}" type="presOf" srcId="{61186663-FBB1-4C70-9A74-8CB0977E4FBF}" destId="{85957392-22C5-4248-9930-C1BAC1C6FD28}" srcOrd="0" destOrd="0" presId="urn:microsoft.com/office/officeart/2005/8/layout/vList2"/>
    <dgm:cxn modelId="{2ED9D6B1-72A4-4ECE-A455-DFF26617D753}" type="presOf" srcId="{CB8DAC87-D649-45DE-90A8-098AC3269779}" destId="{192430FD-7D44-4DD6-9974-89B7878DD872}" srcOrd="0" destOrd="0" presId="urn:microsoft.com/office/officeart/2005/8/layout/vList2"/>
    <dgm:cxn modelId="{DFFD3F3B-7ABF-4ABB-97CE-D59DA3C8B12D}" type="presOf" srcId="{37C52273-DF28-4C24-87DE-BDA941308896}" destId="{18AD2501-67E2-451E-8B87-170FD0223E6F}" srcOrd="0" destOrd="0" presId="urn:microsoft.com/office/officeart/2005/8/layout/vList2"/>
    <dgm:cxn modelId="{A696D773-59CE-4EE7-B4E5-1DFF1AAA477B}" srcId="{CB8DAC87-D649-45DE-90A8-098AC3269779}" destId="{61186663-FBB1-4C70-9A74-8CB0977E4FBF}" srcOrd="1" destOrd="0" parTransId="{CF6362EA-9A6E-401D-856A-C59D7980CC48}" sibTransId="{51725170-F649-487A-9BDD-9E41CD23831A}"/>
    <dgm:cxn modelId="{F1793CE9-08E3-4598-A1BC-5345F600CA6A}" type="presParOf" srcId="{192430FD-7D44-4DD6-9974-89B7878DD872}" destId="{18AD2501-67E2-451E-8B87-170FD0223E6F}" srcOrd="0" destOrd="0" presId="urn:microsoft.com/office/officeart/2005/8/layout/vList2"/>
    <dgm:cxn modelId="{2E385A5A-0B29-4532-A4DB-BF54FD917495}" type="presParOf" srcId="{192430FD-7D44-4DD6-9974-89B7878DD872}" destId="{3A60EF7A-E6F8-4DEC-AF17-3F16846D4E13}" srcOrd="1" destOrd="0" presId="urn:microsoft.com/office/officeart/2005/8/layout/vList2"/>
    <dgm:cxn modelId="{B301ACA9-04F8-4D8C-87B8-0FE8BBE4CC86}" type="presParOf" srcId="{192430FD-7D44-4DD6-9974-89B7878DD872}" destId="{85957392-22C5-4248-9930-C1BAC1C6FD2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C96C2A-BFEB-41ED-B596-DB288B9C102A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B7AA66B5-8B5A-4E1F-8ED1-68CAE0A12CB9}">
      <dgm:prSet/>
      <dgm:spPr/>
      <dgm:t>
        <a:bodyPr/>
        <a:lstStyle/>
        <a:p>
          <a:pPr rtl="0"/>
          <a:r>
            <a:rPr lang="en-US" dirty="0" smtClean="0">
              <a:hlinkClick xmlns:r="http://schemas.openxmlformats.org/officeDocument/2006/relationships" r:id="rId1"/>
            </a:rPr>
            <a:t>https://youtu.be/Vd5jeqW3As4</a:t>
          </a:r>
          <a:endParaRPr lang="en-US" dirty="0"/>
        </a:p>
      </dgm:t>
    </dgm:pt>
    <dgm:pt modelId="{653E561B-E18E-4F9D-83DB-388F31F54E19}" type="parTrans" cxnId="{5CA31351-021B-4537-BE70-F7A74941C1F9}">
      <dgm:prSet/>
      <dgm:spPr/>
      <dgm:t>
        <a:bodyPr/>
        <a:lstStyle/>
        <a:p>
          <a:endParaRPr lang="en-US"/>
        </a:p>
      </dgm:t>
    </dgm:pt>
    <dgm:pt modelId="{3AF00FE8-0B8C-4560-8A24-20722A65DA2F}" type="sibTrans" cxnId="{5CA31351-021B-4537-BE70-F7A74941C1F9}">
      <dgm:prSet/>
      <dgm:spPr/>
      <dgm:t>
        <a:bodyPr/>
        <a:lstStyle/>
        <a:p>
          <a:endParaRPr lang="en-US"/>
        </a:p>
      </dgm:t>
    </dgm:pt>
    <dgm:pt modelId="{2C3B2C1E-006C-425E-B64D-A368ACD849CF}" type="pres">
      <dgm:prSet presAssocID="{F3C96C2A-BFEB-41ED-B596-DB288B9C102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FB95B30-561A-44C9-9546-52F1F131D6F1}" type="pres">
      <dgm:prSet presAssocID="{B7AA66B5-8B5A-4E1F-8ED1-68CAE0A12CB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A31351-021B-4537-BE70-F7A74941C1F9}" srcId="{F3C96C2A-BFEB-41ED-B596-DB288B9C102A}" destId="{B7AA66B5-8B5A-4E1F-8ED1-68CAE0A12CB9}" srcOrd="0" destOrd="0" parTransId="{653E561B-E18E-4F9D-83DB-388F31F54E19}" sibTransId="{3AF00FE8-0B8C-4560-8A24-20722A65DA2F}"/>
    <dgm:cxn modelId="{887DA6B3-3434-46E5-AF7C-0F0AF513DC63}" type="presOf" srcId="{F3C96C2A-BFEB-41ED-B596-DB288B9C102A}" destId="{2C3B2C1E-006C-425E-B64D-A368ACD849CF}" srcOrd="0" destOrd="0" presId="urn:microsoft.com/office/officeart/2005/8/layout/vList2"/>
    <dgm:cxn modelId="{8D280BBC-D3D4-44DB-940D-221039F47C81}" type="presOf" srcId="{B7AA66B5-8B5A-4E1F-8ED1-68CAE0A12CB9}" destId="{0FB95B30-561A-44C9-9546-52F1F131D6F1}" srcOrd="0" destOrd="0" presId="urn:microsoft.com/office/officeart/2005/8/layout/vList2"/>
    <dgm:cxn modelId="{B69B9706-7716-459F-8268-A24222F52E7A}" type="presParOf" srcId="{2C3B2C1E-006C-425E-B64D-A368ACD849CF}" destId="{0FB95B30-561A-44C9-9546-52F1F131D6F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814053-E553-4BB8-9864-2C41950D74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DF91E1-468C-4C02-ACCF-3D9EF921E4BD}">
      <dgm:prSet/>
      <dgm:spPr/>
      <dgm:t>
        <a:bodyPr/>
        <a:lstStyle/>
        <a:p>
          <a:pPr rtl="0"/>
          <a:r>
            <a:rPr lang="en-US" smtClean="0"/>
            <a:t>Drones also known as UAV is an abbreviation  of Unmanned Aerial Vehicle, meaning aerial  vehicles which operate without a human pilot  on board.</a:t>
          </a:r>
          <a:endParaRPr lang="en-US"/>
        </a:p>
      </dgm:t>
    </dgm:pt>
    <dgm:pt modelId="{8AA84AAC-2E82-470F-9F09-65F7AA1840D2}" type="parTrans" cxnId="{9FE7B479-99F0-4751-B5A6-66405AFC3EAB}">
      <dgm:prSet/>
      <dgm:spPr/>
      <dgm:t>
        <a:bodyPr/>
        <a:lstStyle/>
        <a:p>
          <a:endParaRPr lang="en-US"/>
        </a:p>
      </dgm:t>
    </dgm:pt>
    <dgm:pt modelId="{CD17D60B-E2CF-4F94-B687-2C2597031F3E}" type="sibTrans" cxnId="{9FE7B479-99F0-4751-B5A6-66405AFC3EAB}">
      <dgm:prSet/>
      <dgm:spPr/>
      <dgm:t>
        <a:bodyPr/>
        <a:lstStyle/>
        <a:p>
          <a:endParaRPr lang="en-US"/>
        </a:p>
      </dgm:t>
    </dgm:pt>
    <dgm:pt modelId="{FD27FFCD-B975-49D0-AFD1-533C841C9A3B}">
      <dgm:prSet/>
      <dgm:spPr/>
      <dgm:t>
        <a:bodyPr/>
        <a:lstStyle/>
        <a:p>
          <a:pPr rtl="0"/>
          <a:r>
            <a:rPr lang="en-US" smtClean="0"/>
            <a:t>UAVs are commonly used in both the military  and police forces in situations where the risk  of sending a human piloted aircraft is  unacceptable, or the situation makes using a  manned aircraft impractical.</a:t>
          </a:r>
          <a:endParaRPr lang="en-US"/>
        </a:p>
      </dgm:t>
    </dgm:pt>
    <dgm:pt modelId="{F0253311-1DEA-4843-AC67-CC9EC905191A}" type="parTrans" cxnId="{09307A4D-B17A-4340-AC44-D6EEFBD6353A}">
      <dgm:prSet/>
      <dgm:spPr/>
      <dgm:t>
        <a:bodyPr/>
        <a:lstStyle/>
        <a:p>
          <a:endParaRPr lang="en-US"/>
        </a:p>
      </dgm:t>
    </dgm:pt>
    <dgm:pt modelId="{EC2E7228-0350-4770-9B1C-F03F5664DE9B}" type="sibTrans" cxnId="{09307A4D-B17A-4340-AC44-D6EEFBD6353A}">
      <dgm:prSet/>
      <dgm:spPr/>
      <dgm:t>
        <a:bodyPr/>
        <a:lstStyle/>
        <a:p>
          <a:endParaRPr lang="en-US"/>
        </a:p>
      </dgm:t>
    </dgm:pt>
    <dgm:pt modelId="{5456AC25-46F0-4FB8-BA82-D90480CBF251}" type="pres">
      <dgm:prSet presAssocID="{0A814053-E553-4BB8-9864-2C41950D745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CB379-F199-42C3-B33D-D0A63EA8685C}" type="pres">
      <dgm:prSet presAssocID="{85DF91E1-468C-4C02-ACCF-3D9EF921E4B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4B11C7-1965-4297-8812-B6B54D464F2E}" type="pres">
      <dgm:prSet presAssocID="{CD17D60B-E2CF-4F94-B687-2C2597031F3E}" presName="spacer" presStyleCnt="0"/>
      <dgm:spPr/>
    </dgm:pt>
    <dgm:pt modelId="{F913CC0B-8615-4B27-85C6-5F8A5FC9BE30}" type="pres">
      <dgm:prSet presAssocID="{FD27FFCD-B975-49D0-AFD1-533C841C9A3B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70551AF-EDF7-4B83-AE72-AA1181D42C0D}" type="presOf" srcId="{0A814053-E553-4BB8-9864-2C41950D7452}" destId="{5456AC25-46F0-4FB8-BA82-D90480CBF251}" srcOrd="0" destOrd="0" presId="urn:microsoft.com/office/officeart/2005/8/layout/vList2"/>
    <dgm:cxn modelId="{14F00F12-A50B-40C0-B6AE-F5AAA961AC27}" type="presOf" srcId="{FD27FFCD-B975-49D0-AFD1-533C841C9A3B}" destId="{F913CC0B-8615-4B27-85C6-5F8A5FC9BE30}" srcOrd="0" destOrd="0" presId="urn:microsoft.com/office/officeart/2005/8/layout/vList2"/>
    <dgm:cxn modelId="{09307A4D-B17A-4340-AC44-D6EEFBD6353A}" srcId="{0A814053-E553-4BB8-9864-2C41950D7452}" destId="{FD27FFCD-B975-49D0-AFD1-533C841C9A3B}" srcOrd="1" destOrd="0" parTransId="{F0253311-1DEA-4843-AC67-CC9EC905191A}" sibTransId="{EC2E7228-0350-4770-9B1C-F03F5664DE9B}"/>
    <dgm:cxn modelId="{9FE7B479-99F0-4751-B5A6-66405AFC3EAB}" srcId="{0A814053-E553-4BB8-9864-2C41950D7452}" destId="{85DF91E1-468C-4C02-ACCF-3D9EF921E4BD}" srcOrd="0" destOrd="0" parTransId="{8AA84AAC-2E82-470F-9F09-65F7AA1840D2}" sibTransId="{CD17D60B-E2CF-4F94-B687-2C2597031F3E}"/>
    <dgm:cxn modelId="{B7287733-72C0-4A1F-9905-E2CDBEBC9CB8}" type="presOf" srcId="{85DF91E1-468C-4C02-ACCF-3D9EF921E4BD}" destId="{01CCB379-F199-42C3-B33D-D0A63EA8685C}" srcOrd="0" destOrd="0" presId="urn:microsoft.com/office/officeart/2005/8/layout/vList2"/>
    <dgm:cxn modelId="{BF0C4F8F-0C74-44FF-AB00-20DBDFDC1282}" type="presParOf" srcId="{5456AC25-46F0-4FB8-BA82-D90480CBF251}" destId="{01CCB379-F199-42C3-B33D-D0A63EA8685C}" srcOrd="0" destOrd="0" presId="urn:microsoft.com/office/officeart/2005/8/layout/vList2"/>
    <dgm:cxn modelId="{12FCA0F8-B39F-4B8D-98CA-6726DB9CDF66}" type="presParOf" srcId="{5456AC25-46F0-4FB8-BA82-D90480CBF251}" destId="{D44B11C7-1965-4297-8812-B6B54D464F2E}" srcOrd="1" destOrd="0" presId="urn:microsoft.com/office/officeart/2005/8/layout/vList2"/>
    <dgm:cxn modelId="{A99BC86B-377E-4D32-A920-F2F501DAAE9C}" type="presParOf" srcId="{5456AC25-46F0-4FB8-BA82-D90480CBF251}" destId="{F913CC0B-8615-4B27-85C6-5F8A5FC9BE3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696DFDA-707C-44C0-A7E3-27976C198E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F8E73D-D4D8-4243-B0B7-C597F1323B3F}">
      <dgm:prSet phldrT="[Text]"/>
      <dgm:spPr/>
      <dgm:t>
        <a:bodyPr/>
        <a:lstStyle/>
        <a:p>
          <a:r>
            <a:rPr lang="en-US" dirty="0" smtClean="0"/>
            <a:t>Fixed wing Drone</a:t>
          </a:r>
          <a:endParaRPr lang="en-US" dirty="0"/>
        </a:p>
      </dgm:t>
    </dgm:pt>
    <dgm:pt modelId="{7FFCD42D-8810-495E-A905-04993B6EB212}" type="parTrans" cxnId="{9ADC9BDE-D235-47D1-8616-92A56EDF19A0}">
      <dgm:prSet/>
      <dgm:spPr/>
      <dgm:t>
        <a:bodyPr/>
        <a:lstStyle/>
        <a:p>
          <a:endParaRPr lang="en-US"/>
        </a:p>
      </dgm:t>
    </dgm:pt>
    <dgm:pt modelId="{E72D8203-E5C6-4919-9BCE-481221A714D0}" type="sibTrans" cxnId="{9ADC9BDE-D235-47D1-8616-92A56EDF19A0}">
      <dgm:prSet/>
      <dgm:spPr/>
      <dgm:t>
        <a:bodyPr/>
        <a:lstStyle/>
        <a:p>
          <a:endParaRPr lang="en-US"/>
        </a:p>
      </dgm:t>
    </dgm:pt>
    <dgm:pt modelId="{5EF4551E-37C8-4F43-ABFA-C6EBBBC46E21}">
      <dgm:prSet phldrT="[Text]"/>
      <dgm:spPr/>
      <dgm:t>
        <a:bodyPr/>
        <a:lstStyle/>
        <a:p>
          <a:r>
            <a:rPr lang="en-US" dirty="0" smtClean="0"/>
            <a:t>Single Rotary wing Drone</a:t>
          </a:r>
          <a:endParaRPr lang="en-US" dirty="0"/>
        </a:p>
      </dgm:t>
    </dgm:pt>
    <dgm:pt modelId="{9D2CCB8A-2E48-4554-8A9C-88BF852CDF54}" type="parTrans" cxnId="{082EF56D-A30A-43BC-84D3-498AA2179710}">
      <dgm:prSet/>
      <dgm:spPr/>
      <dgm:t>
        <a:bodyPr/>
        <a:lstStyle/>
        <a:p>
          <a:endParaRPr lang="en-US"/>
        </a:p>
      </dgm:t>
    </dgm:pt>
    <dgm:pt modelId="{04757F28-D73A-405C-A207-86D9839D22D6}" type="sibTrans" cxnId="{082EF56D-A30A-43BC-84D3-498AA2179710}">
      <dgm:prSet/>
      <dgm:spPr/>
      <dgm:t>
        <a:bodyPr/>
        <a:lstStyle/>
        <a:p>
          <a:endParaRPr lang="en-US"/>
        </a:p>
      </dgm:t>
    </dgm:pt>
    <dgm:pt modelId="{F60EA42E-360F-4300-9373-F5DFFA944A58}">
      <dgm:prSet phldrT="[Text]"/>
      <dgm:spPr/>
      <dgm:t>
        <a:bodyPr/>
        <a:lstStyle/>
        <a:p>
          <a:r>
            <a:rPr lang="en-US" spc="325" dirty="0" smtClean="0"/>
            <a:t>M</a:t>
          </a:r>
          <a:r>
            <a:rPr lang="en-US" spc="430" dirty="0" smtClean="0"/>
            <a:t>u</a:t>
          </a:r>
          <a:r>
            <a:rPr lang="en-US" spc="200" dirty="0" smtClean="0"/>
            <a:t>l</a:t>
          </a:r>
          <a:r>
            <a:rPr lang="en-US" spc="370" dirty="0" smtClean="0"/>
            <a:t>t</a:t>
          </a:r>
          <a:r>
            <a:rPr lang="en-US" spc="310" dirty="0" smtClean="0"/>
            <a:t>i</a:t>
          </a:r>
          <a:r>
            <a:rPr lang="en-US" spc="-195" dirty="0" smtClean="0"/>
            <a:t> </a:t>
          </a:r>
          <a:r>
            <a:rPr lang="en-US" spc="254" dirty="0" smtClean="0"/>
            <a:t>r</a:t>
          </a:r>
          <a:r>
            <a:rPr lang="en-US" spc="80" dirty="0" smtClean="0"/>
            <a:t>o</a:t>
          </a:r>
          <a:r>
            <a:rPr lang="en-US" spc="420" dirty="0" smtClean="0"/>
            <a:t>t</a:t>
          </a:r>
          <a:r>
            <a:rPr lang="en-US" spc="190" dirty="0" smtClean="0"/>
            <a:t>o</a:t>
          </a:r>
          <a:r>
            <a:rPr lang="en-US" spc="125" dirty="0" smtClean="0"/>
            <a:t>r</a:t>
          </a:r>
          <a:r>
            <a:rPr lang="en-US" spc="-200" dirty="0" smtClean="0"/>
            <a:t> </a:t>
          </a:r>
          <a:r>
            <a:rPr lang="en-US" spc="155" dirty="0" smtClean="0"/>
            <a:t>D</a:t>
          </a:r>
          <a:r>
            <a:rPr lang="en-US" spc="254" dirty="0" smtClean="0"/>
            <a:t>r</a:t>
          </a:r>
          <a:r>
            <a:rPr lang="en-US" spc="80" dirty="0" smtClean="0"/>
            <a:t>o</a:t>
          </a:r>
          <a:r>
            <a:rPr lang="en-US" spc="140" dirty="0" smtClean="0"/>
            <a:t>nes</a:t>
          </a:r>
          <a:endParaRPr lang="en-US" dirty="0"/>
        </a:p>
      </dgm:t>
    </dgm:pt>
    <dgm:pt modelId="{90FCAFEE-CD7E-483E-A89A-AB5A42691603}" type="parTrans" cxnId="{7529D831-4DF7-47FD-85F2-C20851558B78}">
      <dgm:prSet/>
      <dgm:spPr/>
      <dgm:t>
        <a:bodyPr/>
        <a:lstStyle/>
        <a:p>
          <a:endParaRPr lang="en-US"/>
        </a:p>
      </dgm:t>
    </dgm:pt>
    <dgm:pt modelId="{50D5C4EC-7E7E-445B-9C7C-927F63A115EC}" type="sibTrans" cxnId="{7529D831-4DF7-47FD-85F2-C20851558B78}">
      <dgm:prSet/>
      <dgm:spPr/>
      <dgm:t>
        <a:bodyPr/>
        <a:lstStyle/>
        <a:p>
          <a:endParaRPr lang="en-US"/>
        </a:p>
      </dgm:t>
    </dgm:pt>
    <dgm:pt modelId="{33F3D56A-3618-4299-A89E-D2A54EC29CFD}">
      <dgm:prSet phldrT="[Text]"/>
      <dgm:spPr/>
      <dgm:t>
        <a:bodyPr/>
        <a:lstStyle/>
        <a:p>
          <a:r>
            <a:rPr lang="en-US" spc="200" smtClean="0"/>
            <a:t>T</a:t>
          </a:r>
          <a:r>
            <a:rPr lang="en-US" spc="195" smtClean="0"/>
            <a:t>a</a:t>
          </a:r>
          <a:r>
            <a:rPr lang="en-US" spc="220" smtClean="0"/>
            <a:t>ctical</a:t>
          </a:r>
          <a:r>
            <a:rPr lang="en-US" spc="-195" smtClean="0"/>
            <a:t> </a:t>
          </a:r>
          <a:r>
            <a:rPr lang="en-US" spc="155" smtClean="0"/>
            <a:t>D</a:t>
          </a:r>
          <a:r>
            <a:rPr lang="en-US" spc="254" smtClean="0"/>
            <a:t>r</a:t>
          </a:r>
          <a:r>
            <a:rPr lang="en-US" spc="80" smtClean="0"/>
            <a:t>o</a:t>
          </a:r>
          <a:r>
            <a:rPr lang="en-US" spc="140" smtClean="0"/>
            <a:t>nes</a:t>
          </a:r>
          <a:endParaRPr lang="en-US" dirty="0"/>
        </a:p>
      </dgm:t>
    </dgm:pt>
    <dgm:pt modelId="{9EF855FB-3303-4370-876D-990CC0AB992F}" type="parTrans" cxnId="{6967C486-2E35-4767-8862-109E8D1DDC27}">
      <dgm:prSet/>
      <dgm:spPr/>
      <dgm:t>
        <a:bodyPr/>
        <a:lstStyle/>
        <a:p>
          <a:endParaRPr lang="en-US"/>
        </a:p>
      </dgm:t>
    </dgm:pt>
    <dgm:pt modelId="{9BC31EE2-FBC2-4109-B659-9CD50A1B2991}" type="sibTrans" cxnId="{6967C486-2E35-4767-8862-109E8D1DDC27}">
      <dgm:prSet/>
      <dgm:spPr/>
      <dgm:t>
        <a:bodyPr/>
        <a:lstStyle/>
        <a:p>
          <a:endParaRPr lang="en-US"/>
        </a:p>
      </dgm:t>
    </dgm:pt>
    <dgm:pt modelId="{C52C3E80-0A42-4D61-BFA0-82CC9789776A}">
      <dgm:prSet phldrT="[Text]"/>
      <dgm:spPr/>
      <dgm:t>
        <a:bodyPr/>
        <a:lstStyle/>
        <a:p>
          <a:r>
            <a:rPr lang="en-US" spc="325" smtClean="0"/>
            <a:t>M</a:t>
          </a:r>
          <a:r>
            <a:rPr lang="en-US" spc="145" smtClean="0"/>
            <a:t>icro</a:t>
          </a:r>
          <a:r>
            <a:rPr lang="en-US" spc="-185" smtClean="0"/>
            <a:t> </a:t>
          </a:r>
          <a:r>
            <a:rPr lang="en-US" spc="155" smtClean="0"/>
            <a:t>D</a:t>
          </a:r>
          <a:r>
            <a:rPr lang="en-US" spc="254" smtClean="0"/>
            <a:t>r</a:t>
          </a:r>
          <a:r>
            <a:rPr lang="en-US" spc="80" smtClean="0"/>
            <a:t>o</a:t>
          </a:r>
          <a:r>
            <a:rPr lang="en-US" spc="310" smtClean="0"/>
            <a:t>n</a:t>
          </a:r>
          <a:r>
            <a:rPr lang="en-US" spc="275" smtClean="0"/>
            <a:t>e</a:t>
          </a:r>
          <a:r>
            <a:rPr lang="en-US" spc="-170" smtClean="0"/>
            <a:t>s</a:t>
          </a:r>
          <a:endParaRPr lang="en-US" dirty="0"/>
        </a:p>
      </dgm:t>
    </dgm:pt>
    <dgm:pt modelId="{01FB0624-AC79-4815-8F04-60732075D5CA}" type="parTrans" cxnId="{722CA48C-0E50-40B0-8263-73A4067ED2BB}">
      <dgm:prSet/>
      <dgm:spPr/>
      <dgm:t>
        <a:bodyPr/>
        <a:lstStyle/>
        <a:p>
          <a:endParaRPr lang="en-US"/>
        </a:p>
      </dgm:t>
    </dgm:pt>
    <dgm:pt modelId="{45C03F7C-65F7-4655-A2C8-3E2FB6C2784F}" type="sibTrans" cxnId="{722CA48C-0E50-40B0-8263-73A4067ED2BB}">
      <dgm:prSet/>
      <dgm:spPr/>
      <dgm:t>
        <a:bodyPr/>
        <a:lstStyle/>
        <a:p>
          <a:endParaRPr lang="en-US"/>
        </a:p>
      </dgm:t>
    </dgm:pt>
    <dgm:pt modelId="{380EF33A-15B5-443C-A134-A0D38BEDE3E0}">
      <dgm:prSet phldrT="[Text]"/>
      <dgm:spPr/>
      <dgm:t>
        <a:bodyPr/>
        <a:lstStyle/>
        <a:p>
          <a:r>
            <a:rPr lang="en-US" spc="240" smtClean="0"/>
            <a:t>R</a:t>
          </a:r>
          <a:r>
            <a:rPr lang="en-US" spc="200" smtClean="0"/>
            <a:t>a</a:t>
          </a:r>
          <a:r>
            <a:rPr lang="en-US" spc="-5" smtClean="0"/>
            <a:t>c</a:t>
          </a:r>
          <a:r>
            <a:rPr lang="en-US" spc="185" smtClean="0"/>
            <a:t>ing</a:t>
          </a:r>
          <a:r>
            <a:rPr lang="en-US" spc="-190" smtClean="0"/>
            <a:t> </a:t>
          </a:r>
          <a:r>
            <a:rPr lang="en-US" spc="155" smtClean="0"/>
            <a:t>D</a:t>
          </a:r>
          <a:r>
            <a:rPr lang="en-US" spc="254" smtClean="0"/>
            <a:t>r</a:t>
          </a:r>
          <a:r>
            <a:rPr lang="en-US" spc="80" smtClean="0"/>
            <a:t>o</a:t>
          </a:r>
          <a:r>
            <a:rPr lang="en-US" spc="310" smtClean="0"/>
            <a:t>n</a:t>
          </a:r>
          <a:r>
            <a:rPr lang="en-US" spc="275" smtClean="0"/>
            <a:t>e</a:t>
          </a:r>
          <a:r>
            <a:rPr lang="en-US" spc="-170" smtClean="0"/>
            <a:t>s</a:t>
          </a:r>
          <a:endParaRPr lang="en-US" dirty="0"/>
        </a:p>
      </dgm:t>
    </dgm:pt>
    <dgm:pt modelId="{992E932C-1116-4A51-9789-32E1163EEB38}" type="parTrans" cxnId="{8CD05509-6A6B-464F-87A1-C61B9F81BFA8}">
      <dgm:prSet/>
      <dgm:spPr/>
      <dgm:t>
        <a:bodyPr/>
        <a:lstStyle/>
        <a:p>
          <a:endParaRPr lang="en-US"/>
        </a:p>
      </dgm:t>
    </dgm:pt>
    <dgm:pt modelId="{7C63D429-6C54-4A10-B153-D406EE1D1A03}" type="sibTrans" cxnId="{8CD05509-6A6B-464F-87A1-C61B9F81BFA8}">
      <dgm:prSet/>
      <dgm:spPr/>
      <dgm:t>
        <a:bodyPr/>
        <a:lstStyle/>
        <a:p>
          <a:endParaRPr lang="en-US"/>
        </a:p>
      </dgm:t>
    </dgm:pt>
    <dgm:pt modelId="{AB4458C2-65CB-4F0A-8069-0E32C5F13296}">
      <dgm:prSet phldrT="[Text]"/>
      <dgm:spPr/>
      <dgm:t>
        <a:bodyPr/>
        <a:lstStyle/>
        <a:p>
          <a:r>
            <a:rPr lang="en-US" spc="300" smtClean="0"/>
            <a:t>P</a:t>
          </a:r>
          <a:r>
            <a:rPr lang="en-US" spc="295" smtClean="0"/>
            <a:t>h</a:t>
          </a:r>
          <a:r>
            <a:rPr lang="en-US" spc="80" smtClean="0"/>
            <a:t>o</a:t>
          </a:r>
          <a:r>
            <a:rPr lang="en-US" spc="245" smtClean="0"/>
            <a:t>tograp</a:t>
          </a:r>
          <a:r>
            <a:rPr lang="en-US" spc="285" smtClean="0"/>
            <a:t>h</a:t>
          </a:r>
          <a:r>
            <a:rPr lang="en-US" spc="-105" smtClean="0"/>
            <a:t>y</a:t>
          </a:r>
          <a:r>
            <a:rPr lang="en-US" spc="-195" smtClean="0"/>
            <a:t> </a:t>
          </a:r>
          <a:r>
            <a:rPr lang="en-US" spc="155" smtClean="0"/>
            <a:t>D</a:t>
          </a:r>
          <a:r>
            <a:rPr lang="en-US" spc="254" smtClean="0"/>
            <a:t>r</a:t>
          </a:r>
          <a:r>
            <a:rPr lang="en-US" spc="80" smtClean="0"/>
            <a:t>o</a:t>
          </a:r>
          <a:r>
            <a:rPr lang="en-US" spc="310" smtClean="0"/>
            <a:t>n</a:t>
          </a:r>
          <a:r>
            <a:rPr lang="en-US" spc="275" smtClean="0"/>
            <a:t>e</a:t>
          </a:r>
          <a:r>
            <a:rPr lang="en-US" spc="-170" smtClean="0"/>
            <a:t>s</a:t>
          </a:r>
          <a:endParaRPr lang="en-US" dirty="0"/>
        </a:p>
      </dgm:t>
    </dgm:pt>
    <dgm:pt modelId="{7DE51243-74FF-48C4-BFA7-C0DAD7BBC101}" type="parTrans" cxnId="{6418F843-63C9-4E23-8D68-611A987AB249}">
      <dgm:prSet/>
      <dgm:spPr/>
      <dgm:t>
        <a:bodyPr/>
        <a:lstStyle/>
        <a:p>
          <a:endParaRPr lang="en-US"/>
        </a:p>
      </dgm:t>
    </dgm:pt>
    <dgm:pt modelId="{5604E21B-3298-428D-AE7A-0E1359BADD5C}" type="sibTrans" cxnId="{6418F843-63C9-4E23-8D68-611A987AB249}">
      <dgm:prSet/>
      <dgm:spPr/>
      <dgm:t>
        <a:bodyPr/>
        <a:lstStyle/>
        <a:p>
          <a:endParaRPr lang="en-US"/>
        </a:p>
      </dgm:t>
    </dgm:pt>
    <dgm:pt modelId="{54697B62-6238-4E16-8197-E50CC4E64D1F}" type="pres">
      <dgm:prSet presAssocID="{7696DFDA-707C-44C0-A7E3-27976C198EF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251CBFD-BF86-4831-A28C-3CFCF91695BF}" type="pres">
      <dgm:prSet presAssocID="{84F8E73D-D4D8-4243-B0B7-C597F1323B3F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C9139D-E45C-4A55-B23C-ECC66C484846}" type="pres">
      <dgm:prSet presAssocID="{E72D8203-E5C6-4919-9BCE-481221A714D0}" presName="spacer" presStyleCnt="0"/>
      <dgm:spPr/>
    </dgm:pt>
    <dgm:pt modelId="{E0602D98-7408-410B-B2D9-160F2BC06C79}" type="pres">
      <dgm:prSet presAssocID="{5EF4551E-37C8-4F43-ABFA-C6EBBBC46E21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F8ACC5-00C9-4530-82FB-6BF5AF795DBA}" type="pres">
      <dgm:prSet presAssocID="{04757F28-D73A-405C-A207-86D9839D22D6}" presName="spacer" presStyleCnt="0"/>
      <dgm:spPr/>
    </dgm:pt>
    <dgm:pt modelId="{B3A6518A-433C-4D5F-A8B2-4685CEE04AC1}" type="pres">
      <dgm:prSet presAssocID="{F60EA42E-360F-4300-9373-F5DFFA944A58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18BD3F-5A1B-4F0A-9364-562CF6E0672E}" type="pres">
      <dgm:prSet presAssocID="{50D5C4EC-7E7E-445B-9C7C-927F63A115EC}" presName="spacer" presStyleCnt="0"/>
      <dgm:spPr/>
    </dgm:pt>
    <dgm:pt modelId="{38E0F1D3-E94A-48DC-95BF-A137FD46687D}" type="pres">
      <dgm:prSet presAssocID="{33F3D56A-3618-4299-A89E-D2A54EC29CFD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C9ADFE-1963-4921-B3C8-89413ADFB319}" type="pres">
      <dgm:prSet presAssocID="{9BC31EE2-FBC2-4109-B659-9CD50A1B2991}" presName="spacer" presStyleCnt="0"/>
      <dgm:spPr/>
    </dgm:pt>
    <dgm:pt modelId="{13D69FB7-B530-460C-9E40-E5EDB0B4D255}" type="pres">
      <dgm:prSet presAssocID="{C52C3E80-0A42-4D61-BFA0-82CC9789776A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5CB5B2-66C8-4050-9894-771F2652707F}" type="pres">
      <dgm:prSet presAssocID="{45C03F7C-65F7-4655-A2C8-3E2FB6C2784F}" presName="spacer" presStyleCnt="0"/>
      <dgm:spPr/>
    </dgm:pt>
    <dgm:pt modelId="{9CABB14B-0DCF-4B37-A4B2-BBF27B8A1B65}" type="pres">
      <dgm:prSet presAssocID="{380EF33A-15B5-443C-A134-A0D38BEDE3E0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995A48-8547-4BB1-97F3-4CA83EFCC003}" type="pres">
      <dgm:prSet presAssocID="{7C63D429-6C54-4A10-B153-D406EE1D1A03}" presName="spacer" presStyleCnt="0"/>
      <dgm:spPr/>
    </dgm:pt>
    <dgm:pt modelId="{BCBFAEB9-B4A0-4195-9235-D1543AB73FFA}" type="pres">
      <dgm:prSet presAssocID="{AB4458C2-65CB-4F0A-8069-0E32C5F1329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967C486-2E35-4767-8862-109E8D1DDC27}" srcId="{7696DFDA-707C-44C0-A7E3-27976C198EF1}" destId="{33F3D56A-3618-4299-A89E-D2A54EC29CFD}" srcOrd="3" destOrd="0" parTransId="{9EF855FB-3303-4370-876D-990CC0AB992F}" sibTransId="{9BC31EE2-FBC2-4109-B659-9CD50A1B2991}"/>
    <dgm:cxn modelId="{9DAAFD8B-93F3-4C4A-9281-EC5AAAB3BB43}" type="presOf" srcId="{F60EA42E-360F-4300-9373-F5DFFA944A58}" destId="{B3A6518A-433C-4D5F-A8B2-4685CEE04AC1}" srcOrd="0" destOrd="0" presId="urn:microsoft.com/office/officeart/2005/8/layout/vList2"/>
    <dgm:cxn modelId="{7529D831-4DF7-47FD-85F2-C20851558B78}" srcId="{7696DFDA-707C-44C0-A7E3-27976C198EF1}" destId="{F60EA42E-360F-4300-9373-F5DFFA944A58}" srcOrd="2" destOrd="0" parTransId="{90FCAFEE-CD7E-483E-A89A-AB5A42691603}" sibTransId="{50D5C4EC-7E7E-445B-9C7C-927F63A115EC}"/>
    <dgm:cxn modelId="{A7109854-E7B6-4941-B4EC-E348DB0A4985}" type="presOf" srcId="{C52C3E80-0A42-4D61-BFA0-82CC9789776A}" destId="{13D69FB7-B530-460C-9E40-E5EDB0B4D255}" srcOrd="0" destOrd="0" presId="urn:microsoft.com/office/officeart/2005/8/layout/vList2"/>
    <dgm:cxn modelId="{E3056DDF-EBBB-4D2C-BB28-33BCA24F6C04}" type="presOf" srcId="{7696DFDA-707C-44C0-A7E3-27976C198EF1}" destId="{54697B62-6238-4E16-8197-E50CC4E64D1F}" srcOrd="0" destOrd="0" presId="urn:microsoft.com/office/officeart/2005/8/layout/vList2"/>
    <dgm:cxn modelId="{FF4A98D6-C49C-4B29-B872-EF204321C38A}" type="presOf" srcId="{380EF33A-15B5-443C-A134-A0D38BEDE3E0}" destId="{9CABB14B-0DCF-4B37-A4B2-BBF27B8A1B65}" srcOrd="0" destOrd="0" presId="urn:microsoft.com/office/officeart/2005/8/layout/vList2"/>
    <dgm:cxn modelId="{F73A70E2-3B95-4192-A52A-9038D8FB8BD7}" type="presOf" srcId="{33F3D56A-3618-4299-A89E-D2A54EC29CFD}" destId="{38E0F1D3-E94A-48DC-95BF-A137FD46687D}" srcOrd="0" destOrd="0" presId="urn:microsoft.com/office/officeart/2005/8/layout/vList2"/>
    <dgm:cxn modelId="{722CA48C-0E50-40B0-8263-73A4067ED2BB}" srcId="{7696DFDA-707C-44C0-A7E3-27976C198EF1}" destId="{C52C3E80-0A42-4D61-BFA0-82CC9789776A}" srcOrd="4" destOrd="0" parTransId="{01FB0624-AC79-4815-8F04-60732075D5CA}" sibTransId="{45C03F7C-65F7-4655-A2C8-3E2FB6C2784F}"/>
    <dgm:cxn modelId="{BB8F0866-9893-495C-9534-48D50211FB9F}" type="presOf" srcId="{84F8E73D-D4D8-4243-B0B7-C597F1323B3F}" destId="{6251CBFD-BF86-4831-A28C-3CFCF91695BF}" srcOrd="0" destOrd="0" presId="urn:microsoft.com/office/officeart/2005/8/layout/vList2"/>
    <dgm:cxn modelId="{8CD05509-6A6B-464F-87A1-C61B9F81BFA8}" srcId="{7696DFDA-707C-44C0-A7E3-27976C198EF1}" destId="{380EF33A-15B5-443C-A134-A0D38BEDE3E0}" srcOrd="5" destOrd="0" parTransId="{992E932C-1116-4A51-9789-32E1163EEB38}" sibTransId="{7C63D429-6C54-4A10-B153-D406EE1D1A03}"/>
    <dgm:cxn modelId="{6418F843-63C9-4E23-8D68-611A987AB249}" srcId="{7696DFDA-707C-44C0-A7E3-27976C198EF1}" destId="{AB4458C2-65CB-4F0A-8069-0E32C5F13296}" srcOrd="6" destOrd="0" parTransId="{7DE51243-74FF-48C4-BFA7-C0DAD7BBC101}" sibTransId="{5604E21B-3298-428D-AE7A-0E1359BADD5C}"/>
    <dgm:cxn modelId="{9ADC9BDE-D235-47D1-8616-92A56EDF19A0}" srcId="{7696DFDA-707C-44C0-A7E3-27976C198EF1}" destId="{84F8E73D-D4D8-4243-B0B7-C597F1323B3F}" srcOrd="0" destOrd="0" parTransId="{7FFCD42D-8810-495E-A905-04993B6EB212}" sibTransId="{E72D8203-E5C6-4919-9BCE-481221A714D0}"/>
    <dgm:cxn modelId="{A7ED5149-491D-4DA2-8F75-E6E239C43709}" type="presOf" srcId="{5EF4551E-37C8-4F43-ABFA-C6EBBBC46E21}" destId="{E0602D98-7408-410B-B2D9-160F2BC06C79}" srcOrd="0" destOrd="0" presId="urn:microsoft.com/office/officeart/2005/8/layout/vList2"/>
    <dgm:cxn modelId="{7A3FCE65-435B-454F-9FB4-089166C6889E}" type="presOf" srcId="{AB4458C2-65CB-4F0A-8069-0E32C5F13296}" destId="{BCBFAEB9-B4A0-4195-9235-D1543AB73FFA}" srcOrd="0" destOrd="0" presId="urn:microsoft.com/office/officeart/2005/8/layout/vList2"/>
    <dgm:cxn modelId="{082EF56D-A30A-43BC-84D3-498AA2179710}" srcId="{7696DFDA-707C-44C0-A7E3-27976C198EF1}" destId="{5EF4551E-37C8-4F43-ABFA-C6EBBBC46E21}" srcOrd="1" destOrd="0" parTransId="{9D2CCB8A-2E48-4554-8A9C-88BF852CDF54}" sibTransId="{04757F28-D73A-405C-A207-86D9839D22D6}"/>
    <dgm:cxn modelId="{C8D00A5E-F411-4687-AEEF-23A68679A4C6}" type="presParOf" srcId="{54697B62-6238-4E16-8197-E50CC4E64D1F}" destId="{6251CBFD-BF86-4831-A28C-3CFCF91695BF}" srcOrd="0" destOrd="0" presId="urn:microsoft.com/office/officeart/2005/8/layout/vList2"/>
    <dgm:cxn modelId="{D00343B7-80AF-442B-A2D7-6BF8DB0F6232}" type="presParOf" srcId="{54697B62-6238-4E16-8197-E50CC4E64D1F}" destId="{39C9139D-E45C-4A55-B23C-ECC66C484846}" srcOrd="1" destOrd="0" presId="urn:microsoft.com/office/officeart/2005/8/layout/vList2"/>
    <dgm:cxn modelId="{36AEF41D-158B-4FE2-854A-D65AAF7ECC45}" type="presParOf" srcId="{54697B62-6238-4E16-8197-E50CC4E64D1F}" destId="{E0602D98-7408-410B-B2D9-160F2BC06C79}" srcOrd="2" destOrd="0" presId="urn:microsoft.com/office/officeart/2005/8/layout/vList2"/>
    <dgm:cxn modelId="{B469E9B3-1058-4C98-BAF4-52A5CDDFEDE3}" type="presParOf" srcId="{54697B62-6238-4E16-8197-E50CC4E64D1F}" destId="{F6F8ACC5-00C9-4530-82FB-6BF5AF795DBA}" srcOrd="3" destOrd="0" presId="urn:microsoft.com/office/officeart/2005/8/layout/vList2"/>
    <dgm:cxn modelId="{D74E6E09-3E4D-4400-9EA3-33A915ADE5B1}" type="presParOf" srcId="{54697B62-6238-4E16-8197-E50CC4E64D1F}" destId="{B3A6518A-433C-4D5F-A8B2-4685CEE04AC1}" srcOrd="4" destOrd="0" presId="urn:microsoft.com/office/officeart/2005/8/layout/vList2"/>
    <dgm:cxn modelId="{BAAB98EE-891D-4E29-88B9-E9EC49CFD98D}" type="presParOf" srcId="{54697B62-6238-4E16-8197-E50CC4E64D1F}" destId="{7918BD3F-5A1B-4F0A-9364-562CF6E0672E}" srcOrd="5" destOrd="0" presId="urn:microsoft.com/office/officeart/2005/8/layout/vList2"/>
    <dgm:cxn modelId="{0DF59403-0BB1-40EE-9996-E3B3DD0AD79D}" type="presParOf" srcId="{54697B62-6238-4E16-8197-E50CC4E64D1F}" destId="{38E0F1D3-E94A-48DC-95BF-A137FD46687D}" srcOrd="6" destOrd="0" presId="urn:microsoft.com/office/officeart/2005/8/layout/vList2"/>
    <dgm:cxn modelId="{0D04A5A8-8370-4D2B-B99D-6CE4C2494C62}" type="presParOf" srcId="{54697B62-6238-4E16-8197-E50CC4E64D1F}" destId="{E3C9ADFE-1963-4921-B3C8-89413ADFB319}" srcOrd="7" destOrd="0" presId="urn:microsoft.com/office/officeart/2005/8/layout/vList2"/>
    <dgm:cxn modelId="{4ED9B52D-5A0B-4F90-A3B0-E94AE700AE7A}" type="presParOf" srcId="{54697B62-6238-4E16-8197-E50CC4E64D1F}" destId="{13D69FB7-B530-460C-9E40-E5EDB0B4D255}" srcOrd="8" destOrd="0" presId="urn:microsoft.com/office/officeart/2005/8/layout/vList2"/>
    <dgm:cxn modelId="{17C5A318-F6E1-443A-9B40-22A8D1B4431D}" type="presParOf" srcId="{54697B62-6238-4E16-8197-E50CC4E64D1F}" destId="{035CB5B2-66C8-4050-9894-771F2652707F}" srcOrd="9" destOrd="0" presId="urn:microsoft.com/office/officeart/2005/8/layout/vList2"/>
    <dgm:cxn modelId="{E7127940-0309-4FD9-9305-909083759BCD}" type="presParOf" srcId="{54697B62-6238-4E16-8197-E50CC4E64D1F}" destId="{9CABB14B-0DCF-4B37-A4B2-BBF27B8A1B65}" srcOrd="10" destOrd="0" presId="urn:microsoft.com/office/officeart/2005/8/layout/vList2"/>
    <dgm:cxn modelId="{EF468B5A-4ACE-4971-AD3F-0A718A7D1942}" type="presParOf" srcId="{54697B62-6238-4E16-8197-E50CC4E64D1F}" destId="{DA995A48-8547-4BB1-97F3-4CA83EFCC003}" srcOrd="11" destOrd="0" presId="urn:microsoft.com/office/officeart/2005/8/layout/vList2"/>
    <dgm:cxn modelId="{0322AEDC-2EDE-415F-929A-1BBF0DBD8570}" type="presParOf" srcId="{54697B62-6238-4E16-8197-E50CC4E64D1F}" destId="{BCBFAEB9-B4A0-4195-9235-D1543AB73FF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D2501-67E2-451E-8B87-170FD0223E6F}">
      <dsp:nvSpPr>
        <dsp:cNvPr id="0" name=""/>
        <dsp:cNvSpPr/>
      </dsp:nvSpPr>
      <dsp:spPr>
        <a:xfrm>
          <a:off x="0" y="23013"/>
          <a:ext cx="8261350" cy="1734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/>
            <a:t>The magnification defines the telescope’s ability to enlarge an image or to bring it closer in order to see it better.</a:t>
          </a:r>
          <a:endParaRPr lang="en-US" sz="3100" kern="1200"/>
        </a:p>
      </dsp:txBody>
      <dsp:txXfrm>
        <a:off x="84655" y="107668"/>
        <a:ext cx="8092040" cy="1564849"/>
      </dsp:txXfrm>
    </dsp:sp>
    <dsp:sp modelId="{85957392-22C5-4248-9930-C1BAC1C6FD28}">
      <dsp:nvSpPr>
        <dsp:cNvPr id="0" name=""/>
        <dsp:cNvSpPr/>
      </dsp:nvSpPr>
      <dsp:spPr>
        <a:xfrm>
          <a:off x="0" y="1846452"/>
          <a:ext cx="8261350" cy="17341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3100" b="0" i="1" kern="1200" smtClean="0">
                    <a:latin typeface="Cambria Math" panose="02040503050406030204" pitchFamily="18" charset="0"/>
                  </a:rPr>
                  <m:t>𝐸𝑥𝑎𝑚𝑝𝑙𝑒</m:t>
                </m:r>
                <m:r>
                  <a:rPr lang="en-US" sz="3100" b="0" i="1" kern="1200" smtClean="0">
                    <a:latin typeface="Cambria Math" panose="02040503050406030204" pitchFamily="18" charset="0"/>
                  </a:rPr>
                  <m:t>: </m:t>
                </m:r>
                <m:f>
                  <m:fPr>
                    <m:ctrlPr>
                      <a:rPr lang="en-US" sz="3100" b="0" i="1" kern="120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700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𝑓𝑜𝑐𝑎𝑙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𝑙𝑒𝑛𝑔𝑡h</m:t>
                    </m:r>
                  </m:num>
                  <m:den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𝑒𝑦𝑒𝑝𝑖𝑒𝑐𝑒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𝑓𝑜𝑐𝑎𝑙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 12.5</m:t>
                    </m:r>
                    <m:r>
                      <a:rPr lang="en-US" sz="3100" b="0" i="1" kern="1200">
                        <a:latin typeface="Cambria Math" panose="02040503050406030204" pitchFamily="18" charset="0"/>
                      </a:rPr>
                      <m:t>𝑚𝑚</m:t>
                    </m:r>
                  </m:den>
                </m:f>
                <m:r>
                  <a:rPr lang="en-US" sz="3100" b="0" i="1" kern="1200">
                    <a:latin typeface="Cambria Math" panose="02040503050406030204" pitchFamily="18" charset="0"/>
                  </a:rPr>
                  <m:t>=56</m:t>
                </m:r>
                <m:r>
                  <a:rPr lang="en-US" sz="3100" b="0" i="1" kern="1200">
                    <a:latin typeface="Cambria Math" panose="02040503050406030204" pitchFamily="18" charset="0"/>
                  </a:rPr>
                  <m:t>𝑥</m:t>
                </m:r>
                <m:r>
                  <a:rPr lang="en-US" sz="3100" b="0" i="1" kern="1200">
                    <a:latin typeface="Cambria Math" panose="02040503050406030204" pitchFamily="18" charset="0"/>
                  </a:rPr>
                  <m:t> </m:t>
                </m:r>
                <m:r>
                  <a:rPr lang="en-US" sz="3100" b="0" i="1" kern="1200">
                    <a:latin typeface="Cambria Math" panose="02040503050406030204" pitchFamily="18" charset="0"/>
                  </a:rPr>
                  <m:t>𝑚𝑎𝑔𝑛𝑖𝑓𝑖𝑐𝑎𝑡𝑖𝑜𝑛</m:t>
                </m:r>
              </m:oMath>
            </m:oMathPara>
          </a14:m>
          <a:endParaRPr lang="en-US" sz="3100" kern="1200"/>
        </a:p>
      </dsp:txBody>
      <dsp:txXfrm>
        <a:off x="84655" y="1931107"/>
        <a:ext cx="8092040" cy="1564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90113-B0F3-41AA-9408-75F116F3F44F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126D1-9F16-45AC-B87A-C2570878E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7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817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43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366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jpe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jpe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1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5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8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2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4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0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0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1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6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5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1027" name="Footer Placeholder 1026"/>
          <p:cNvSpPr>
            <a:spLocks noGrp="1"/>
          </p:cNvSpPr>
          <p:nvPr>
            <p:ph type="ftr" sz="quarter" idx="3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lide Number Placeholder 1027"/>
          <p:cNvSpPr>
            <a:spLocks noGrp="1"/>
          </p:cNvSpPr>
          <p:nvPr>
            <p:ph type="sldNum" sz="quarter" idx="4"/>
          </p:nvPr>
        </p:nvSpPr>
        <p:spPr>
          <a:xfrm>
            <a:off x="8940800" y="6477001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  <p:sp>
        <p:nvSpPr>
          <p:cNvPr id="1029" name="Rectangle 1028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1030" name="Straight Connector 1029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sp>
        <p:nvSpPr>
          <p:cNvPr id="1031" name="Date Placeholder 1030"/>
          <p:cNvSpPr>
            <a:spLocks noGrp="1"/>
          </p:cNvSpPr>
          <p:nvPr>
            <p:ph type="dt" sz="half" idx="2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grpSp>
        <p:nvGrpSpPr>
          <p:cNvPr id="1032" name="Group 1031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1035" name="Picture 1034"/>
            <p:cNvPicPr>
              <a:picLocks noChangeAspect="1"/>
            </p:cNvPicPr>
            <p:nvPr/>
          </p:nvPicPr>
          <p:blipFill>
            <a:blip r:embed="rId2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Picture 1035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Picture 1036"/>
            <p:cNvPicPr>
              <a:picLocks noChangeAspect="1"/>
            </p:cNvPicPr>
            <p:nvPr/>
          </p:nvPicPr>
          <p:blipFill>
            <a:blip r:embed="rId4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3" name="Title 1032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1034" name="Text Placeholder 1033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209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01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49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67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87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64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62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52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78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33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09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03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49"/>
          <p:cNvSpPr>
            <a:spLocks/>
          </p:cNvSpPr>
          <p:nvPr/>
        </p:nvSpPr>
        <p:spPr>
          <a:xfrm>
            <a:off x="2032000" y="1981201"/>
            <a:ext cx="2032000" cy="1450975"/>
          </a:xfrm>
          <a:prstGeom prst="rect">
            <a:avLst/>
          </a:prstGeom>
          <a:solidFill>
            <a:srgbClr val="9FCAD3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1" name="Rectangle 2050"/>
          <p:cNvSpPr>
            <a:spLocks/>
          </p:cNvSpPr>
          <p:nvPr/>
        </p:nvSpPr>
        <p:spPr>
          <a:xfrm>
            <a:off x="6096000" y="1981201"/>
            <a:ext cx="2032000" cy="1450975"/>
          </a:xfrm>
          <a:prstGeom prst="rect">
            <a:avLst/>
          </a:prstGeom>
          <a:solidFill>
            <a:srgbClr val="515F7B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2" name="Rectangle 2051"/>
          <p:cNvSpPr>
            <a:spLocks/>
          </p:cNvSpPr>
          <p:nvPr/>
        </p:nvSpPr>
        <p:spPr>
          <a:xfrm>
            <a:off x="4064000" y="3429001"/>
            <a:ext cx="2032000" cy="1450975"/>
          </a:xfrm>
          <a:prstGeom prst="rect">
            <a:avLst/>
          </a:prstGeom>
          <a:solidFill>
            <a:srgbClr val="68CCB7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3" name="Rectangle 2052"/>
          <p:cNvSpPr>
            <a:spLocks/>
          </p:cNvSpPr>
          <p:nvPr/>
        </p:nvSpPr>
        <p:spPr>
          <a:xfrm>
            <a:off x="8128000" y="3429001"/>
            <a:ext cx="2032000" cy="1450975"/>
          </a:xfrm>
          <a:prstGeom prst="rect">
            <a:avLst/>
          </a:prstGeom>
          <a:solidFill>
            <a:srgbClr val="F4D17A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pic>
        <p:nvPicPr>
          <p:cNvPr id="2054" name="Picture 2053"/>
          <p:cNvPicPr>
            <a:picLocks noChangeAspect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>
          <a:xfrm>
            <a:off x="6096000" y="1979613"/>
            <a:ext cx="2032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" name="Picture 2054"/>
          <p:cNvPicPr>
            <a:picLocks noChangeAspect="1"/>
          </p:cNvPicPr>
          <p:nvPr/>
        </p:nvPicPr>
        <p:blipFill>
          <a:blip r:embed="rId3">
            <a:extLst/>
          </a:blip>
          <a:srcRect/>
          <a:stretch>
            <a:fillRect/>
          </a:stretch>
        </p:blipFill>
        <p:spPr>
          <a:xfrm>
            <a:off x="4047067" y="3417888"/>
            <a:ext cx="2034117" cy="145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6" name="Picture 2055"/>
          <p:cNvPicPr>
            <a:picLocks noChangeAspect="1"/>
          </p:cNvPicPr>
          <p:nvPr/>
        </p:nvPicPr>
        <p:blipFill>
          <a:blip r:embed="rId4">
            <a:extLst/>
          </a:blip>
          <a:srcRect/>
          <a:stretch>
            <a:fillRect/>
          </a:stretch>
        </p:blipFill>
        <p:spPr>
          <a:xfrm>
            <a:off x="8125884" y="3430589"/>
            <a:ext cx="2032000" cy="1436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Picture 2056"/>
          <p:cNvPicPr>
            <a:picLocks noChangeAspect="1"/>
          </p:cNvPicPr>
          <p:nvPr/>
        </p:nvPicPr>
        <p:blipFill>
          <a:blip r:embed="rId5">
            <a:extLst/>
          </a:blip>
          <a:srcRect/>
          <a:stretch>
            <a:fillRect/>
          </a:stretch>
        </p:blipFill>
        <p:spPr>
          <a:xfrm>
            <a:off x="2048933" y="1981200"/>
            <a:ext cx="2032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Rectangle 2057"/>
          <p:cNvSpPr>
            <a:spLocks/>
          </p:cNvSpPr>
          <p:nvPr/>
        </p:nvSpPr>
        <p:spPr>
          <a:xfrm>
            <a:off x="14818" y="838200"/>
            <a:ext cx="12177183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9" name="Rectangle 2058"/>
          <p:cNvSpPr>
            <a:spLocks/>
          </p:cNvSpPr>
          <p:nvPr/>
        </p:nvSpPr>
        <p:spPr>
          <a:xfrm>
            <a:off x="4064000" y="1981201"/>
            <a:ext cx="2032000" cy="1450975"/>
          </a:xfrm>
          <a:prstGeom prst="rect">
            <a:avLst/>
          </a:prstGeom>
          <a:solidFill>
            <a:srgbClr val="F4D17A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60" name="Rectangle 2059"/>
          <p:cNvSpPr>
            <a:spLocks/>
          </p:cNvSpPr>
          <p:nvPr/>
        </p:nvSpPr>
        <p:spPr>
          <a:xfrm>
            <a:off x="6096000" y="3429000"/>
            <a:ext cx="2032000" cy="1447800"/>
          </a:xfrm>
          <a:prstGeom prst="rect">
            <a:avLst/>
          </a:prstGeom>
          <a:solidFill>
            <a:srgbClr val="9FCAD3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61" name="Title 2060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2062" name="Text Placeholder 2061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2063" name="Date Placeholder 2062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2064" name="Footer Placeholder 2063"/>
          <p:cNvSpPr>
            <a:spLocks noGrp="1"/>
          </p:cNvSpPr>
          <p:nvPr>
            <p:ph type="ftr" sz="quarter" idx="3"/>
          </p:nvPr>
        </p:nvSpPr>
        <p:spPr>
          <a:xfrm>
            <a:off x="4165600" y="6400801"/>
            <a:ext cx="3860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2065" name="Slide Number Placeholder 2064"/>
          <p:cNvSpPr>
            <a:spLocks noGrp="1"/>
          </p:cNvSpPr>
          <p:nvPr>
            <p:ph type="sldNum" sz="quarter" idx="4"/>
          </p:nvPr>
        </p:nvSpPr>
        <p:spPr>
          <a:xfrm>
            <a:off x="8737600" y="6400801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3065-1092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34470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715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483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20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568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500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77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8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209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03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827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3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3075" name="Rectangle 3074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3076" name="Straight Connector 3075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3077" name="Group 3076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3083" name="Picture 3082"/>
            <p:cNvPicPr>
              <a:picLocks noChangeAspect="1"/>
            </p:cNvPicPr>
            <p:nvPr/>
          </p:nvPicPr>
          <p:blipFill>
            <a:blip r:embed="rId2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4" name="Picture 3083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5" name="Picture 3084"/>
            <p:cNvPicPr>
              <a:picLocks noChangeAspect="1"/>
            </p:cNvPicPr>
            <p:nvPr/>
          </p:nvPicPr>
          <p:blipFill>
            <a:blip r:embed="rId4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8" name="Title 3077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3079" name="Text Placeholder 3078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3080" name="Date Placeholder 3079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3081" name="Footer Placeholder 308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3082" name="Slide Number Placeholder 308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4082-1093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5764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454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42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819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587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34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530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096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90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671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8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805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097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4099" name="Rectangle 4098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4100" name="Straight Connector 4099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4101" name="Group 4100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4107" name="Picture 4106"/>
            <p:cNvPicPr>
              <a:picLocks noChangeAspect="1"/>
            </p:cNvPicPr>
            <p:nvPr/>
          </p:nvPicPr>
          <p:blipFill>
            <a:blip r:embed="rId2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8" name="Picture 4107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9" name="Picture 4108"/>
            <p:cNvPicPr>
              <a:picLocks noChangeAspect="1"/>
            </p:cNvPicPr>
            <p:nvPr/>
          </p:nvPicPr>
          <p:blipFill>
            <a:blip r:embed="rId4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02" name="Title 4101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4103" name="Text Placeholder 4102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4104" name="Date Placeholder 4103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4105" name="Footer Placeholder 4104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4106" name="Slide Number Placeholder 4105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1010-1094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0869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072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789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212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966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901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969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185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47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45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338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32FF-34E7-9545-86A2-0DF334BA82C1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0897-D982-EA43-8318-894E8D36E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804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121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5123" name="Rectangle 5122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5124" name="Straight Connector 5123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5125" name="Group 5124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5131" name="Picture 5130"/>
            <p:cNvPicPr>
              <a:picLocks noChangeAspect="1"/>
            </p:cNvPicPr>
            <p:nvPr/>
          </p:nvPicPr>
          <p:blipFill>
            <a:blip r:embed="rId2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2" name="Picture 5131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3" name="Picture 5132"/>
            <p:cNvPicPr>
              <a:picLocks noChangeAspect="1"/>
            </p:cNvPicPr>
            <p:nvPr/>
          </p:nvPicPr>
          <p:blipFill>
            <a:blip r:embed="rId4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26" name="Title 5125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5127" name="Text Placeholder 5126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5128" name="Date Placeholder 51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5129" name="Footer Placeholder 51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5130" name="Slide Number Placeholder 51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2034-1095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333692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1189096" y="5617774"/>
            <a:ext cx="9843913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319937" y="1016990"/>
            <a:ext cx="9572977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1320801" y="1009651"/>
            <a:ext cx="9572977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1026029" y="702069"/>
            <a:ext cx="757108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10568399" y="655232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2934" y="1794935"/>
            <a:ext cx="7631291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2934" y="3736622"/>
            <a:ext cx="761623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27569" y="5357593"/>
            <a:ext cx="1618428" cy="365125"/>
          </a:xfrm>
        </p:spPr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5393" y="5357593"/>
            <a:ext cx="67131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85241" y="5357593"/>
            <a:ext cx="738697" cy="365125"/>
          </a:xfrm>
        </p:spPr>
        <p:txBody>
          <a:bodyPr/>
          <a:lstStyle>
            <a:lvl1pPr algn="ctr">
              <a:defRPr/>
            </a:lvl1pPr>
          </a:lstStyle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639" y="2239431"/>
            <a:ext cx="8338725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690" y="3725335"/>
            <a:ext cx="8308623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6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731264" y="2121407"/>
            <a:ext cx="42672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217920" y="2119313"/>
            <a:ext cx="42672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9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7160" y="2122312"/>
            <a:ext cx="391936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47559" y="2122311"/>
            <a:ext cx="3925824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731264" y="2944368"/>
            <a:ext cx="430377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193535" y="2944813"/>
            <a:ext cx="4303776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3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842903" y="6058038"/>
            <a:ext cx="10295468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>
          <a:xfrm rot="60000">
            <a:off x="5958497" y="605163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/>
          <p:cNvSpPr/>
          <p:nvPr/>
        </p:nvSpPr>
        <p:spPr>
          <a:xfrm rot="60000">
            <a:off x="5961889" y="603504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>
          <a:xfrm rot="21540000">
            <a:off x="998940" y="576868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>
          <a:xfrm rot="21540000">
            <a:off x="999745" y="576072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3161475" y="293953"/>
            <a:ext cx="757108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8467351" y="238675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478635" y="2020043"/>
            <a:ext cx="4086436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6472388" y="1150993"/>
            <a:ext cx="4027723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530834" y="3623748"/>
            <a:ext cx="4065188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8455598" y="5885673"/>
            <a:ext cx="1618428" cy="365125"/>
          </a:xfrm>
        </p:spPr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1219406" y="5829262"/>
            <a:ext cx="46968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10076418" y="5896962"/>
            <a:ext cx="738697" cy="365125"/>
          </a:xfrm>
        </p:spPr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5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842903" y="6058038"/>
            <a:ext cx="10295468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 rot="21540000">
            <a:off x="998940" y="576868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>
          <a:xfrm rot="21540000">
            <a:off x="993412" y="575769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/>
          <p:cNvSpPr/>
          <p:nvPr/>
        </p:nvSpPr>
        <p:spPr>
          <a:xfrm rot="60000">
            <a:off x="5958497" y="605163"/>
            <a:ext cx="505192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Rectangle 29"/>
          <p:cNvSpPr/>
          <p:nvPr/>
        </p:nvSpPr>
        <p:spPr>
          <a:xfrm rot="60000">
            <a:off x="5953025" y="603920"/>
            <a:ext cx="505192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3161475" y="293953"/>
            <a:ext cx="757108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8467351" y="238675"/>
            <a:ext cx="566928" cy="75590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475232" y="2020824"/>
            <a:ext cx="408432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6531487" y="1207272"/>
            <a:ext cx="3885151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536192" y="3621024"/>
            <a:ext cx="4059936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8461249" y="5888738"/>
            <a:ext cx="1618428" cy="365125"/>
          </a:xfrm>
        </p:spPr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1219426" y="5831038"/>
            <a:ext cx="442539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10082786" y="5900027"/>
            <a:ext cx="738697" cy="365125"/>
          </a:xfrm>
        </p:spPr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8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925691"/>
            <a:ext cx="1907823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0962" y="1106313"/>
            <a:ext cx="690503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4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5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1027" name="Footer Placeholder 1026"/>
          <p:cNvSpPr>
            <a:spLocks noGrp="1"/>
          </p:cNvSpPr>
          <p:nvPr>
            <p:ph type="ftr" sz="quarter" idx="3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lide Number Placeholder 1027"/>
          <p:cNvSpPr>
            <a:spLocks noGrp="1"/>
          </p:cNvSpPr>
          <p:nvPr>
            <p:ph type="sldNum" sz="quarter" idx="4"/>
          </p:nvPr>
        </p:nvSpPr>
        <p:spPr>
          <a:xfrm>
            <a:off x="8940800" y="6477001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  <p:sp>
        <p:nvSpPr>
          <p:cNvPr id="1029" name="Rectangle 1028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1030" name="Straight Connector 1029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sp>
        <p:nvSpPr>
          <p:cNvPr id="1031" name="Date Placeholder 1030"/>
          <p:cNvSpPr>
            <a:spLocks noGrp="1"/>
          </p:cNvSpPr>
          <p:nvPr>
            <p:ph type="dt" sz="half" idx="2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grpSp>
        <p:nvGrpSpPr>
          <p:cNvPr id="1032" name="Group 1031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1035" name="Picture 1034"/>
            <p:cNvPicPr>
              <a:picLocks noChangeAspect="1"/>
            </p:cNvPicPr>
            <p:nvPr/>
          </p:nvPicPr>
          <p:blipFill>
            <a:blip r:embed="rId14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Picture 1035"/>
            <p:cNvPicPr>
              <a:picLocks noChangeAspect="1"/>
            </p:cNvPicPr>
            <p:nvPr/>
          </p:nvPicPr>
          <p:blipFill>
            <a:blip r:embed="rId15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7" name="Picture 1036"/>
            <p:cNvPicPr>
              <a:picLocks noChangeAspect="1"/>
            </p:cNvPicPr>
            <p:nvPr/>
          </p:nvPicPr>
          <p:blipFill>
            <a:blip r:embed="rId16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3" name="Title Placeholder 1032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1034" name="Text Placeholder 1033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4441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marL="0" indent="0"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>
          <a:solidFill>
            <a:srgbClr val="515F7B"/>
          </a:solidFill>
          <a:latin typeface="Arial" charset="0"/>
        </a:defRPr>
      </a:lvl1pPr>
    </p:titleStyle>
    <p:bodyStyle>
      <a:lvl1pPr marL="342900" indent="-3429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3200">
          <a:solidFill>
            <a:srgbClr val="000000"/>
          </a:solidFill>
          <a:latin typeface="Arial" charset="0"/>
        </a:defRPr>
      </a:lvl1pPr>
      <a:lvl2pPr marL="742950" indent="-28575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515F7B"/>
        </a:buClr>
        <a:buChar char="–"/>
        <a:defRPr sz="2800">
          <a:solidFill>
            <a:srgbClr val="000000"/>
          </a:solidFill>
          <a:latin typeface="Arial" charset="0"/>
        </a:defRPr>
      </a:lvl2pPr>
      <a:lvl3pPr marL="11430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2400">
          <a:solidFill>
            <a:srgbClr val="000000"/>
          </a:solidFill>
          <a:latin typeface="Arial" charset="0"/>
        </a:defRPr>
      </a:lvl3pPr>
      <a:lvl4pPr marL="16002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68CCB7"/>
        </a:buClr>
        <a:buChar char="–"/>
        <a:defRPr sz="2000">
          <a:solidFill>
            <a:srgbClr val="000000"/>
          </a:solidFill>
          <a:latin typeface="Arial" charset="0"/>
        </a:defRPr>
      </a:lvl4pPr>
      <a:lvl5pPr marL="20574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9FCAD3"/>
        </a:buClr>
        <a:buChar char="»"/>
        <a:defRPr sz="2000">
          <a:solidFill>
            <a:srgbClr val="000000"/>
          </a:solidFill>
          <a:latin typeface="Arial" charset="0"/>
        </a:defRPr>
      </a:lvl5pPr>
    </p:bodyStyle>
    <p:other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1pPr>
      <a:lvl2pPr marL="4572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2pPr>
      <a:lvl3pPr marL="9144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3pPr>
      <a:lvl4pPr marL="13716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4pPr>
      <a:lvl5pPr marL="18288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5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49"/>
          <p:cNvSpPr>
            <a:spLocks/>
          </p:cNvSpPr>
          <p:nvPr/>
        </p:nvSpPr>
        <p:spPr>
          <a:xfrm>
            <a:off x="2032000" y="1981201"/>
            <a:ext cx="2032000" cy="1450975"/>
          </a:xfrm>
          <a:prstGeom prst="rect">
            <a:avLst/>
          </a:prstGeom>
          <a:solidFill>
            <a:srgbClr val="9FCAD3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1" name="Rectangle 2050"/>
          <p:cNvSpPr>
            <a:spLocks/>
          </p:cNvSpPr>
          <p:nvPr/>
        </p:nvSpPr>
        <p:spPr>
          <a:xfrm>
            <a:off x="6096000" y="1981201"/>
            <a:ext cx="2032000" cy="1450975"/>
          </a:xfrm>
          <a:prstGeom prst="rect">
            <a:avLst/>
          </a:prstGeom>
          <a:solidFill>
            <a:srgbClr val="515F7B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2" name="Rectangle 2051"/>
          <p:cNvSpPr>
            <a:spLocks/>
          </p:cNvSpPr>
          <p:nvPr/>
        </p:nvSpPr>
        <p:spPr>
          <a:xfrm>
            <a:off x="4064000" y="3429001"/>
            <a:ext cx="2032000" cy="1450975"/>
          </a:xfrm>
          <a:prstGeom prst="rect">
            <a:avLst/>
          </a:prstGeom>
          <a:solidFill>
            <a:srgbClr val="68CCB7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3" name="Rectangle 2052"/>
          <p:cNvSpPr>
            <a:spLocks/>
          </p:cNvSpPr>
          <p:nvPr/>
        </p:nvSpPr>
        <p:spPr>
          <a:xfrm>
            <a:off x="8128000" y="3429001"/>
            <a:ext cx="2032000" cy="1450975"/>
          </a:xfrm>
          <a:prstGeom prst="rect">
            <a:avLst/>
          </a:prstGeom>
          <a:solidFill>
            <a:srgbClr val="F4D17A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pic>
        <p:nvPicPr>
          <p:cNvPr id="2054" name="Picture 2053"/>
          <p:cNvPicPr>
            <a:picLocks noChangeAspect="1"/>
          </p:cNvPicPr>
          <p:nvPr/>
        </p:nvPicPr>
        <p:blipFill>
          <a:blip r:embed="rId14">
            <a:extLst/>
          </a:blip>
          <a:srcRect/>
          <a:stretch>
            <a:fillRect/>
          </a:stretch>
        </p:blipFill>
        <p:spPr>
          <a:xfrm>
            <a:off x="6096000" y="1979613"/>
            <a:ext cx="2032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" name="Picture 2054"/>
          <p:cNvPicPr>
            <a:picLocks noChangeAspect="1"/>
          </p:cNvPicPr>
          <p:nvPr/>
        </p:nvPicPr>
        <p:blipFill>
          <a:blip r:embed="rId15">
            <a:extLst/>
          </a:blip>
          <a:srcRect/>
          <a:stretch>
            <a:fillRect/>
          </a:stretch>
        </p:blipFill>
        <p:spPr>
          <a:xfrm>
            <a:off x="4047067" y="3417888"/>
            <a:ext cx="2034117" cy="1455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6" name="Picture 2055"/>
          <p:cNvPicPr>
            <a:picLocks noChangeAspect="1"/>
          </p:cNvPicPr>
          <p:nvPr/>
        </p:nvPicPr>
        <p:blipFill>
          <a:blip r:embed="rId16">
            <a:extLst/>
          </a:blip>
          <a:srcRect/>
          <a:stretch>
            <a:fillRect/>
          </a:stretch>
        </p:blipFill>
        <p:spPr>
          <a:xfrm>
            <a:off x="8125884" y="3430589"/>
            <a:ext cx="2032000" cy="1436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Picture 2056"/>
          <p:cNvPicPr>
            <a:picLocks noChangeAspect="1"/>
          </p:cNvPicPr>
          <p:nvPr/>
        </p:nvPicPr>
        <p:blipFill>
          <a:blip r:embed="rId17">
            <a:extLst/>
          </a:blip>
          <a:srcRect/>
          <a:stretch>
            <a:fillRect/>
          </a:stretch>
        </p:blipFill>
        <p:spPr>
          <a:xfrm>
            <a:off x="2048933" y="1981200"/>
            <a:ext cx="2032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Rectangle 2057"/>
          <p:cNvSpPr>
            <a:spLocks/>
          </p:cNvSpPr>
          <p:nvPr/>
        </p:nvSpPr>
        <p:spPr>
          <a:xfrm>
            <a:off x="14818" y="838200"/>
            <a:ext cx="12177183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59" name="Rectangle 2058"/>
          <p:cNvSpPr>
            <a:spLocks/>
          </p:cNvSpPr>
          <p:nvPr/>
        </p:nvSpPr>
        <p:spPr>
          <a:xfrm>
            <a:off x="4064000" y="1981201"/>
            <a:ext cx="2032000" cy="1450975"/>
          </a:xfrm>
          <a:prstGeom prst="rect">
            <a:avLst/>
          </a:prstGeom>
          <a:solidFill>
            <a:srgbClr val="F4D17A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60" name="Rectangle 2059"/>
          <p:cNvSpPr>
            <a:spLocks/>
          </p:cNvSpPr>
          <p:nvPr/>
        </p:nvSpPr>
        <p:spPr>
          <a:xfrm>
            <a:off x="6096000" y="3429000"/>
            <a:ext cx="2032000" cy="1447800"/>
          </a:xfrm>
          <a:prstGeom prst="rect">
            <a:avLst/>
          </a:prstGeom>
          <a:solidFill>
            <a:srgbClr val="9FCAD3"/>
          </a:solid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2061" name="Title Placeholder 2060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2062" name="Text Placeholder 2061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2063" name="Date Placeholder 2062"/>
          <p:cNvSpPr>
            <a:spLocks noGrp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2064" name="Footer Placeholder 2063"/>
          <p:cNvSpPr>
            <a:spLocks noGrp="1"/>
          </p:cNvSpPr>
          <p:nvPr>
            <p:ph type="ftr" sz="quarter" idx="3"/>
          </p:nvPr>
        </p:nvSpPr>
        <p:spPr>
          <a:xfrm>
            <a:off x="4165600" y="6400801"/>
            <a:ext cx="3860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2065" name="Slide Number Placeholder 2064"/>
          <p:cNvSpPr>
            <a:spLocks noGrp="1"/>
          </p:cNvSpPr>
          <p:nvPr>
            <p:ph type="sldNum" sz="quarter" idx="4"/>
          </p:nvPr>
        </p:nvSpPr>
        <p:spPr>
          <a:xfrm>
            <a:off x="8737600" y="6400801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3065-1092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20737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marL="0" indent="0"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>
          <a:solidFill>
            <a:srgbClr val="515F7B"/>
          </a:solidFill>
          <a:latin typeface="Arial" charset="0"/>
        </a:defRPr>
      </a:lvl1pPr>
    </p:titleStyle>
    <p:bodyStyle>
      <a:lvl1pPr marL="342900" indent="-3429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3200">
          <a:solidFill>
            <a:srgbClr val="000000"/>
          </a:solidFill>
          <a:latin typeface="Arial" charset="0"/>
        </a:defRPr>
      </a:lvl1pPr>
      <a:lvl2pPr marL="742950" indent="-28575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515F7B"/>
        </a:buClr>
        <a:buChar char="–"/>
        <a:defRPr sz="2800">
          <a:solidFill>
            <a:srgbClr val="000000"/>
          </a:solidFill>
          <a:latin typeface="Arial" charset="0"/>
        </a:defRPr>
      </a:lvl2pPr>
      <a:lvl3pPr marL="11430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2400">
          <a:solidFill>
            <a:srgbClr val="000000"/>
          </a:solidFill>
          <a:latin typeface="Arial" charset="0"/>
        </a:defRPr>
      </a:lvl3pPr>
      <a:lvl4pPr marL="16002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68CCB7"/>
        </a:buClr>
        <a:buChar char="–"/>
        <a:defRPr sz="2000">
          <a:solidFill>
            <a:srgbClr val="000000"/>
          </a:solidFill>
          <a:latin typeface="Arial" charset="0"/>
        </a:defRPr>
      </a:lvl4pPr>
      <a:lvl5pPr marL="20574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9FCAD3"/>
        </a:buClr>
        <a:buChar char="»"/>
        <a:defRPr sz="2000">
          <a:solidFill>
            <a:srgbClr val="000000"/>
          </a:solidFill>
          <a:latin typeface="Arial" charset="0"/>
        </a:defRPr>
      </a:lvl5pPr>
    </p:bodyStyle>
    <p:other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1pPr>
      <a:lvl2pPr marL="4572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2pPr>
      <a:lvl3pPr marL="9144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3pPr>
      <a:lvl4pPr marL="13716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4pPr>
      <a:lvl5pPr marL="18288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3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3075" name="Rectangle 3074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3076" name="Straight Connector 3075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3077" name="Group 3076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3083" name="Picture 3082"/>
            <p:cNvPicPr>
              <a:picLocks noChangeAspect="1"/>
            </p:cNvPicPr>
            <p:nvPr/>
          </p:nvPicPr>
          <p:blipFill>
            <a:blip r:embed="rId14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4" name="Picture 3083"/>
            <p:cNvPicPr>
              <a:picLocks noChangeAspect="1"/>
            </p:cNvPicPr>
            <p:nvPr/>
          </p:nvPicPr>
          <p:blipFill>
            <a:blip r:embed="rId15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5" name="Picture 3084"/>
            <p:cNvPicPr>
              <a:picLocks noChangeAspect="1"/>
            </p:cNvPicPr>
            <p:nvPr/>
          </p:nvPicPr>
          <p:blipFill>
            <a:blip r:embed="rId16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8" name="Title Placeholder 3077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3079" name="Text Placeholder 3078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3080" name="Date Placeholder 3079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3081" name="Footer Placeholder 3080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3082" name="Slide Number Placeholder 3081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4082-1093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14224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xStyles>
    <p:titleStyle>
      <a:lvl1pPr marL="0" indent="0"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>
          <a:solidFill>
            <a:srgbClr val="515F7B"/>
          </a:solidFill>
          <a:latin typeface="Arial" charset="0"/>
        </a:defRPr>
      </a:lvl1pPr>
    </p:titleStyle>
    <p:bodyStyle>
      <a:lvl1pPr marL="342900" indent="-3429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3200">
          <a:solidFill>
            <a:srgbClr val="000000"/>
          </a:solidFill>
          <a:latin typeface="Arial" charset="0"/>
        </a:defRPr>
      </a:lvl1pPr>
      <a:lvl2pPr marL="742950" indent="-28575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515F7B"/>
        </a:buClr>
        <a:buChar char="–"/>
        <a:defRPr sz="2800">
          <a:solidFill>
            <a:srgbClr val="000000"/>
          </a:solidFill>
          <a:latin typeface="Arial" charset="0"/>
        </a:defRPr>
      </a:lvl2pPr>
      <a:lvl3pPr marL="11430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2400">
          <a:solidFill>
            <a:srgbClr val="000000"/>
          </a:solidFill>
          <a:latin typeface="Arial" charset="0"/>
        </a:defRPr>
      </a:lvl3pPr>
      <a:lvl4pPr marL="16002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68CCB7"/>
        </a:buClr>
        <a:buChar char="–"/>
        <a:defRPr sz="2000">
          <a:solidFill>
            <a:srgbClr val="000000"/>
          </a:solidFill>
          <a:latin typeface="Arial" charset="0"/>
        </a:defRPr>
      </a:lvl4pPr>
      <a:lvl5pPr marL="20574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9FCAD3"/>
        </a:buClr>
        <a:buChar char="»"/>
        <a:defRPr sz="2000">
          <a:solidFill>
            <a:srgbClr val="000000"/>
          </a:solidFill>
          <a:latin typeface="Arial" charset="0"/>
        </a:defRPr>
      </a:lvl5pPr>
    </p:bodyStyle>
    <p:other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1pPr>
      <a:lvl2pPr marL="4572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2pPr>
      <a:lvl3pPr marL="9144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3pPr>
      <a:lvl4pPr marL="13716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4pPr>
      <a:lvl5pPr marL="18288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5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097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4099" name="Rectangle 4098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4100" name="Straight Connector 4099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4101" name="Group 4100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4107" name="Picture 4106"/>
            <p:cNvPicPr>
              <a:picLocks noChangeAspect="1"/>
            </p:cNvPicPr>
            <p:nvPr/>
          </p:nvPicPr>
          <p:blipFill>
            <a:blip r:embed="rId14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8" name="Picture 4107"/>
            <p:cNvPicPr>
              <a:picLocks noChangeAspect="1"/>
            </p:cNvPicPr>
            <p:nvPr/>
          </p:nvPicPr>
          <p:blipFill>
            <a:blip r:embed="rId15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9" name="Picture 4108"/>
            <p:cNvPicPr>
              <a:picLocks noChangeAspect="1"/>
            </p:cNvPicPr>
            <p:nvPr/>
          </p:nvPicPr>
          <p:blipFill>
            <a:blip r:embed="rId16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02" name="Title Placeholder 4101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4103" name="Text Placeholder 4102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4104" name="Date Placeholder 4103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4105" name="Footer Placeholder 4104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4106" name="Slide Number Placeholder 4105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1010-1094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2631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txStyles>
    <p:titleStyle>
      <a:lvl1pPr marL="0" indent="0"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>
          <a:solidFill>
            <a:srgbClr val="515F7B"/>
          </a:solidFill>
          <a:latin typeface="Arial" charset="0"/>
        </a:defRPr>
      </a:lvl1pPr>
    </p:titleStyle>
    <p:bodyStyle>
      <a:lvl1pPr marL="342900" indent="-3429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3200">
          <a:solidFill>
            <a:srgbClr val="000000"/>
          </a:solidFill>
          <a:latin typeface="Arial" charset="0"/>
        </a:defRPr>
      </a:lvl1pPr>
      <a:lvl2pPr marL="742950" indent="-28575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515F7B"/>
        </a:buClr>
        <a:buChar char="–"/>
        <a:defRPr sz="2800">
          <a:solidFill>
            <a:srgbClr val="000000"/>
          </a:solidFill>
          <a:latin typeface="Arial" charset="0"/>
        </a:defRPr>
      </a:lvl2pPr>
      <a:lvl3pPr marL="11430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2400">
          <a:solidFill>
            <a:srgbClr val="000000"/>
          </a:solidFill>
          <a:latin typeface="Arial" charset="0"/>
        </a:defRPr>
      </a:lvl3pPr>
      <a:lvl4pPr marL="16002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68CCB7"/>
        </a:buClr>
        <a:buChar char="–"/>
        <a:defRPr sz="2000">
          <a:solidFill>
            <a:srgbClr val="000000"/>
          </a:solidFill>
          <a:latin typeface="Arial" charset="0"/>
        </a:defRPr>
      </a:lvl4pPr>
      <a:lvl5pPr marL="20574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9FCAD3"/>
        </a:buClr>
        <a:buChar char="»"/>
        <a:defRPr sz="2000">
          <a:solidFill>
            <a:srgbClr val="000000"/>
          </a:solidFill>
          <a:latin typeface="Arial" charset="0"/>
        </a:defRPr>
      </a:lvl5pPr>
    </p:bodyStyle>
    <p:other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1pPr>
      <a:lvl2pPr marL="4572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2pPr>
      <a:lvl3pPr marL="9144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3pPr>
      <a:lvl4pPr marL="13716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4pPr>
      <a:lvl5pPr marL="18288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5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121"/>
          <p:cNvSpPr>
            <a:spLocks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pattFill>
            <a:fgClr>
              <a:srgbClr val="CACAC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5123" name="Rectangle 5122"/>
          <p:cNvSpPr>
            <a:spLocks/>
          </p:cNvSpPr>
          <p:nvPr/>
        </p:nvSpPr>
        <p:spPr>
          <a:xfrm>
            <a:off x="0" y="762000"/>
            <a:ext cx="914400" cy="6096000"/>
          </a:xfrm>
          <a:prstGeom prst="rect">
            <a:avLst/>
          </a:prstGeom>
          <a:pattFill>
            <a:fgClr>
              <a:srgbClr val="F4D17A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endParaRPr lang="en-US" altLang="en-US" sz="1800" dirty="0"/>
          </a:p>
        </p:txBody>
      </p:sp>
      <p:sp>
        <p:nvSpPr>
          <p:cNvPr id="5124" name="Straight Connector 5123"/>
          <p:cNvSpPr>
            <a:spLocks/>
          </p:cNvSpPr>
          <p:nvPr/>
        </p:nvSpPr>
        <p:spPr>
          <a:xfrm>
            <a:off x="0" y="6400800"/>
            <a:ext cx="9245600" cy="0"/>
          </a:xfrm>
          <a:prstGeom prst="line">
            <a:avLst/>
          </a:prstGeom>
          <a:noFill/>
          <a:ln cap="rnd">
            <a:solidFill>
              <a:srgbClr val="000000"/>
            </a:solidFill>
            <a:prstDash val="sysDot"/>
          </a:ln>
        </p:spPr>
        <p:txBody>
          <a:bodyPr wrap="none" rtlCol="0" anchor="ctr"/>
          <a:lstStyle/>
          <a:p>
            <a:pPr algn="ctr"/>
            <a:endParaRPr lang="zh-CN" altLang="en-US" sz="1800"/>
          </a:p>
        </p:txBody>
      </p:sp>
      <p:grpSp>
        <p:nvGrpSpPr>
          <p:cNvPr id="5125" name="Group 5124"/>
          <p:cNvGrpSpPr>
            <a:grpSpLocks/>
          </p:cNvGrpSpPr>
          <p:nvPr/>
        </p:nvGrpSpPr>
        <p:grpSpPr>
          <a:xfrm>
            <a:off x="9347200" y="5876925"/>
            <a:ext cx="2438400" cy="533400"/>
            <a:chOff x="1296" y="2112"/>
            <a:chExt cx="3264" cy="917"/>
          </a:xfrm>
        </p:grpSpPr>
        <p:pic>
          <p:nvPicPr>
            <p:cNvPr id="5131" name="Picture 5130"/>
            <p:cNvPicPr>
              <a:picLocks noChangeAspect="1"/>
            </p:cNvPicPr>
            <p:nvPr/>
          </p:nvPicPr>
          <p:blipFill>
            <a:blip r:embed="rId14">
              <a:extLst/>
            </a:blip>
            <a:srcRect/>
            <a:stretch>
              <a:fillRect/>
            </a:stretch>
          </p:blipFill>
          <p:spPr>
            <a:xfrm>
              <a:off x="2448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2" name="Picture 5131"/>
            <p:cNvPicPr>
              <a:picLocks noChangeAspect="1"/>
            </p:cNvPicPr>
            <p:nvPr/>
          </p:nvPicPr>
          <p:blipFill>
            <a:blip r:embed="rId15">
              <a:extLst/>
            </a:blip>
            <a:srcRect/>
            <a:stretch>
              <a:fillRect/>
            </a:stretch>
          </p:blipFill>
          <p:spPr>
            <a:xfrm>
              <a:off x="1296" y="2112"/>
              <a:ext cx="961" cy="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3" name="Picture 5132"/>
            <p:cNvPicPr>
              <a:picLocks noChangeAspect="1"/>
            </p:cNvPicPr>
            <p:nvPr/>
          </p:nvPicPr>
          <p:blipFill>
            <a:blip r:embed="rId16">
              <a:extLst/>
            </a:blip>
            <a:srcRect/>
            <a:stretch>
              <a:fillRect/>
            </a:stretch>
          </p:blipFill>
          <p:spPr>
            <a:xfrm>
              <a:off x="3600" y="2112"/>
              <a:ext cx="960" cy="9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26" name="Title Placeholder 5125"/>
          <p:cNvSpPr>
            <a:spLocks noGrp="1"/>
          </p:cNvSpPr>
          <p:nvPr>
            <p:ph type="title"/>
          </p:nvPr>
        </p:nvSpPr>
        <p:spPr>
          <a:xfrm>
            <a:off x="609600" y="228601"/>
            <a:ext cx="11032067" cy="4603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dirty="0"/>
          </a:p>
        </p:txBody>
      </p:sp>
      <p:sp>
        <p:nvSpPr>
          <p:cNvPr id="5127" name="Text Placeholder 5126"/>
          <p:cNvSpPr>
            <a:spLocks noGrp="1"/>
          </p:cNvSpPr>
          <p:nvPr>
            <p:ph type="body" idx="1"/>
          </p:nvPr>
        </p:nvSpPr>
        <p:spPr>
          <a:xfrm>
            <a:off x="1117600" y="914400"/>
            <a:ext cx="10363200" cy="5257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/>
          </a:p>
        </p:txBody>
      </p:sp>
      <p:sp>
        <p:nvSpPr>
          <p:cNvPr id="5128" name="Date Placeholder 51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altLang="en-US" sz="1200" dirty="0"/>
          </a:p>
        </p:txBody>
      </p:sp>
      <p:sp>
        <p:nvSpPr>
          <p:cNvPr id="5129" name="Footer Placeholder 51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endParaRPr lang="en-US" altLang="en-US" sz="1200" dirty="0"/>
          </a:p>
        </p:txBody>
      </p:sp>
      <p:sp>
        <p:nvSpPr>
          <p:cNvPr id="5130" name="Slide Number Placeholder 51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fld id="{12FF1C42-D199-2034-1095-587298610EC3}" type="slidenum">
              <a:rPr lang="en-US" altLang="en-US" sz="1200" dirty="0"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656502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marL="0" indent="0" algn="ctr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1">
          <a:solidFill>
            <a:srgbClr val="515F7B"/>
          </a:solidFill>
          <a:latin typeface="Arial" charset="0"/>
        </a:defRPr>
      </a:lvl1pPr>
    </p:titleStyle>
    <p:bodyStyle>
      <a:lvl1pPr marL="342900" indent="-3429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3200">
          <a:solidFill>
            <a:srgbClr val="000000"/>
          </a:solidFill>
          <a:latin typeface="Arial" charset="0"/>
        </a:defRPr>
      </a:lvl1pPr>
      <a:lvl2pPr marL="742950" indent="-28575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515F7B"/>
        </a:buClr>
        <a:buChar char="–"/>
        <a:defRPr sz="2800">
          <a:solidFill>
            <a:srgbClr val="000000"/>
          </a:solidFill>
          <a:latin typeface="Arial" charset="0"/>
        </a:defRPr>
      </a:lvl2pPr>
      <a:lvl3pPr marL="11430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839EE3"/>
        </a:buClr>
        <a:buChar char="•"/>
        <a:defRPr sz="2400">
          <a:solidFill>
            <a:srgbClr val="000000"/>
          </a:solidFill>
          <a:latin typeface="Arial" charset="0"/>
        </a:defRPr>
      </a:lvl3pPr>
      <a:lvl4pPr marL="16002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68CCB7"/>
        </a:buClr>
        <a:buChar char="–"/>
        <a:defRPr sz="2000">
          <a:solidFill>
            <a:srgbClr val="000000"/>
          </a:solidFill>
          <a:latin typeface="Arial" charset="0"/>
        </a:defRPr>
      </a:lvl4pPr>
      <a:lvl5pPr marL="2057400" indent="-228600" algn="l" rtl="0" eaLnBrk="1" fontAlgn="base" hangingPunct="1">
        <a:lnSpc>
          <a:spcPct val="100000"/>
        </a:lnSpc>
        <a:spcBef>
          <a:spcPct val="20000"/>
        </a:spcBef>
        <a:spcAft>
          <a:spcPct val="0"/>
        </a:spcAft>
        <a:buClr>
          <a:srgbClr val="9FCAD3"/>
        </a:buClr>
        <a:buChar char="»"/>
        <a:defRPr sz="2000">
          <a:solidFill>
            <a:srgbClr val="000000"/>
          </a:solidFill>
          <a:latin typeface="Arial" charset="0"/>
        </a:defRPr>
      </a:lvl5pPr>
    </p:bodyStyle>
    <p:otherStyle>
      <a:lvl1pPr marL="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1pPr>
      <a:lvl2pPr marL="4572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2pPr>
      <a:lvl3pPr marL="9144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3pPr>
      <a:lvl4pPr marL="13716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4pPr>
      <a:lvl5pPr marL="1828800" indent="0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None/>
        <a:defRPr sz="1800">
          <a:solidFill>
            <a:srgbClr val="000000"/>
          </a:solidFill>
          <a:latin typeface="Arial" charset="0"/>
        </a:defRPr>
      </a:lvl5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38201" y="6069330"/>
            <a:ext cx="1056132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975360" y="575310"/>
            <a:ext cx="102616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75360" y="576072"/>
            <a:ext cx="102616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724989" y="273091"/>
            <a:ext cx="757108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10914593" y="203675"/>
            <a:ext cx="566928" cy="755904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0031" y="817583"/>
            <a:ext cx="9286993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21" y="2119257"/>
            <a:ext cx="8261873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6118" y="5809153"/>
            <a:ext cx="1618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464C1CA-0AE8-40D2-A689-B6DFDBD2A810}" type="datetimeFigureOut">
              <a:rPr lang="en-US" smtClean="0"/>
              <a:t>07/05/2022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2" y="5809153"/>
            <a:ext cx="7386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6937" y="5809153"/>
            <a:ext cx="738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E559F3B-714F-4ACE-B897-A5982C308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9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1VXU4Zk_u4&amp;t=30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2.xml"/><Relationship Id="rId4" Type="http://schemas.openxmlformats.org/officeDocument/2006/relationships/hyperlink" Target="https://github.com/Shriji-technoaspire/Arduino-projects/blob/main/PUSH_BUTTON_LED.ino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2.xml"/><Relationship Id="rId4" Type="http://schemas.openxmlformats.org/officeDocument/2006/relationships/hyperlink" Target="https://github.com/Shriji-technoaspire/Arduino-projects/blob/main/IR_SENSOR_WITH_BUZZER.in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2.xml"/><Relationship Id="rId4" Type="http://schemas.openxmlformats.org/officeDocument/2006/relationships/hyperlink" Target="https://github.com/Shriji-technoaspire/Arduino-projects/blob/main/Social_distance_project.ino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2.xml"/><Relationship Id="rId4" Type="http://schemas.openxmlformats.org/officeDocument/2006/relationships/hyperlink" Target="https://github.com/Shriji-technoaspire/Arduino-projects/blob/main/7_SEGMENT_ARUINO_CODE.ino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3.xml"/><Relationship Id="rId11" Type="http://schemas.openxmlformats.org/officeDocument/2006/relationships/image" Target="../media/image18.png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650" y="0"/>
            <a:ext cx="12312650" cy="6858000"/>
          </a:xfrm>
        </p:spPr>
      </p:pic>
    </p:spTree>
    <p:extLst>
      <p:ext uri="{BB962C8B-B14F-4D97-AF65-F5344CB8AC3E}">
        <p14:creationId xmlns:p14="http://schemas.microsoft.com/office/powerpoint/2010/main" val="289206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Introduction About Innovation Club </a:t>
            </a:r>
            <a:endParaRPr lang="en-US" dirty="0"/>
          </a:p>
        </p:txBody>
      </p:sp>
      <p:pic>
        <p:nvPicPr>
          <p:cNvPr id="8" name="Google Shape;174;g13ae88a44c3_0_182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8889" y="1734672"/>
            <a:ext cx="7920318" cy="4074458"/>
          </a:xfrm>
        </p:spPr>
      </p:pic>
      <p:sp>
        <p:nvSpPr>
          <p:cNvPr id="9" name="TextBox 8"/>
          <p:cNvSpPr txBox="1"/>
          <p:nvPr/>
        </p:nvSpPr>
        <p:spPr>
          <a:xfrm>
            <a:off x="1342554" y="5700932"/>
            <a:ext cx="9701246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https://www.youtube.com/watch?v=A1VXU4Zk_u4&amp;t=30s</a:t>
            </a:r>
            <a:endParaRPr lang="en-IN" sz="2800" dirty="0" smtClean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08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Innovation Club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mtClean="0"/>
              <a:t>The Innovation Club has been set up in Government, Non-Government, Grantee In Aid Colleges and Gram Vidhyapith, all over the State of Gujarat with the noble intention that even non-technical students, (studying in Arts, Commerce and Science Colleges) under which plentiful number of students will be encouraged for creative ideas and will be prepared for startups.</a:t>
            </a:r>
          </a:p>
          <a:p>
            <a:pPr lvl="0"/>
            <a:r>
              <a:rPr lang="en-US" smtClean="0"/>
              <a:t>Innovation club is a concept to inspire and indulge non technical students to work on their ideas and convert them into startups. Innovation club is based on STEM pedagogy.</a:t>
            </a:r>
          </a:p>
          <a:p>
            <a:pPr lvl="0"/>
            <a:r>
              <a:rPr lang="en-US" smtClean="0"/>
              <a:t>With help of innovation club students can generate their ideas and convert this ideas into real life products with tools provided by innovation club.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0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smtClean="0"/>
              <a:t>Advance Electronics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20" y="3623025"/>
            <a:ext cx="3197359" cy="8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4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211672" y="2856333"/>
            <a:ext cx="5629275" cy="1202485"/>
          </a:xfrm>
        </p:spPr>
        <p:txBody>
          <a:bodyPr/>
          <a:lstStyle/>
          <a:p>
            <a:r>
              <a:rPr lang="en-US" b="1" spc="20" dirty="0" smtClean="0">
                <a:latin typeface="Trebuchet MS"/>
                <a:cs typeface="Trebuchet MS"/>
              </a:rPr>
              <a:t>A</a:t>
            </a:r>
            <a:r>
              <a:rPr lang="en-US" b="1" spc="75" dirty="0" smtClean="0">
                <a:latin typeface="Trebuchet MS"/>
                <a:cs typeface="Trebuchet MS"/>
              </a:rPr>
              <a:t>r</a:t>
            </a:r>
            <a:r>
              <a:rPr lang="en-US" b="1" spc="100" dirty="0" smtClean="0">
                <a:latin typeface="Trebuchet MS"/>
                <a:cs typeface="Trebuchet MS"/>
              </a:rPr>
              <a:t>d</a:t>
            </a:r>
            <a:r>
              <a:rPr lang="en-US" b="1" spc="-20" dirty="0" smtClean="0">
                <a:latin typeface="Trebuchet MS"/>
                <a:cs typeface="Trebuchet MS"/>
              </a:rPr>
              <a:t>u</a:t>
            </a:r>
            <a:r>
              <a:rPr lang="en-US" b="1" spc="75" dirty="0" smtClean="0">
                <a:latin typeface="Trebuchet MS"/>
                <a:cs typeface="Trebuchet MS"/>
              </a:rPr>
              <a:t>i</a:t>
            </a:r>
            <a:r>
              <a:rPr lang="en-US" b="1" spc="95" dirty="0" smtClean="0">
                <a:latin typeface="Trebuchet MS"/>
                <a:cs typeface="Trebuchet MS"/>
              </a:rPr>
              <a:t>n</a:t>
            </a:r>
            <a:r>
              <a:rPr lang="en-US" b="1" spc="-170" dirty="0" smtClean="0">
                <a:latin typeface="Trebuchet MS"/>
                <a:cs typeface="Trebuchet MS"/>
              </a:rPr>
              <a:t>o</a:t>
            </a:r>
            <a:r>
              <a:rPr lang="en-US" b="1" spc="-235" dirty="0" smtClean="0">
                <a:latin typeface="Trebuchet MS"/>
                <a:cs typeface="Trebuchet MS"/>
              </a:rPr>
              <a:t> Uno</a:t>
            </a:r>
            <a:r>
              <a:rPr lang="en-US" b="1" spc="-195" dirty="0" smtClean="0">
                <a:latin typeface="Trebuchet MS"/>
                <a:cs typeface="Trebuchet MS"/>
              </a:rPr>
              <a:t> </a:t>
            </a:r>
            <a:r>
              <a:rPr lang="en-US" b="1" dirty="0" smtClean="0">
                <a:latin typeface="Trebuchet MS"/>
                <a:cs typeface="Trebuchet MS"/>
              </a:rPr>
              <a:t>B</a:t>
            </a:r>
            <a:r>
              <a:rPr lang="en-US" b="1" spc="15" dirty="0" smtClean="0">
                <a:latin typeface="Trebuchet MS"/>
                <a:cs typeface="Trebuchet MS"/>
              </a:rPr>
              <a:t>o</a:t>
            </a:r>
            <a:r>
              <a:rPr lang="en-US" b="1" spc="20" dirty="0" smtClean="0">
                <a:latin typeface="Trebuchet MS"/>
                <a:cs typeface="Trebuchet MS"/>
              </a:rPr>
              <a:t>a</a:t>
            </a:r>
            <a:r>
              <a:rPr lang="en-US" b="1" spc="80" dirty="0" smtClean="0">
                <a:latin typeface="Trebuchet MS"/>
                <a:cs typeface="Trebuchet MS"/>
              </a:rPr>
              <a:t>rd</a:t>
            </a:r>
            <a:endParaRPr lang="en-US" dirty="0"/>
          </a:p>
        </p:txBody>
      </p:sp>
      <p:pic>
        <p:nvPicPr>
          <p:cNvPr id="6" name="object 17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38783" y="642938"/>
            <a:ext cx="8248267" cy="55292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5" y="6230473"/>
            <a:ext cx="2465453" cy="62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6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 rot="16200000">
            <a:off x="-1183097" y="2827756"/>
            <a:ext cx="5600699" cy="1202485"/>
          </a:xfrm>
        </p:spPr>
        <p:txBody>
          <a:bodyPr/>
          <a:lstStyle/>
          <a:p>
            <a:r>
              <a:rPr lang="en-US" b="1" dirty="0" smtClean="0"/>
              <a:t>Arduino IDE</a:t>
            </a:r>
            <a:endParaRPr lang="en-US" b="1" dirty="0"/>
          </a:p>
        </p:txBody>
      </p:sp>
      <p:pic>
        <p:nvPicPr>
          <p:cNvPr id="10" name="object 18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61371" y="845343"/>
            <a:ext cx="8154462" cy="51673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7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85446" y="2827758"/>
            <a:ext cx="5634036" cy="1202485"/>
          </a:xfrm>
        </p:spPr>
        <p:txBody>
          <a:bodyPr>
            <a:normAutofit fontScale="90000"/>
          </a:bodyPr>
          <a:lstStyle/>
          <a:p>
            <a:r>
              <a:rPr lang="en-US" b="1" spc="-25" dirty="0" smtClean="0"/>
              <a:t>Too</a:t>
            </a:r>
            <a:r>
              <a:rPr lang="en-US" b="1" spc="-10" dirty="0" smtClean="0"/>
              <a:t>l</a:t>
            </a:r>
            <a:r>
              <a:rPr lang="en-US" b="1" spc="15" dirty="0" smtClean="0"/>
              <a:t>b</a:t>
            </a:r>
            <a:r>
              <a:rPr lang="en-US" b="1" spc="-5" dirty="0" smtClean="0"/>
              <a:t>a</a:t>
            </a:r>
            <a:r>
              <a:rPr lang="en-US" b="1" dirty="0" smtClean="0"/>
              <a:t>r of Arduino IDE</a:t>
            </a:r>
            <a:endParaRPr lang="en-US" b="1" dirty="0"/>
          </a:p>
        </p:txBody>
      </p:sp>
      <p:pic>
        <p:nvPicPr>
          <p:cNvPr id="4" name="object 19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86062" y="666750"/>
            <a:ext cx="6980487" cy="5524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1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01: LED Blink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Arduino Uno Board</a:t>
            </a:r>
          </a:p>
          <a:p>
            <a:pPr lvl="1"/>
            <a:r>
              <a:rPr lang="en-US" dirty="0" smtClean="0"/>
              <a:t>LED</a:t>
            </a:r>
          </a:p>
          <a:p>
            <a:pPr lvl="1"/>
            <a:r>
              <a:rPr lang="en-US" dirty="0" smtClean="0"/>
              <a:t>Resistor</a:t>
            </a:r>
          </a:p>
          <a:p>
            <a:pPr lvl="1"/>
            <a:r>
              <a:rPr lang="en-US" dirty="0" smtClean="0"/>
              <a:t>Jumper wires</a:t>
            </a:r>
          </a:p>
          <a:p>
            <a:pPr lvl="1"/>
            <a:r>
              <a:rPr lang="en-US" dirty="0" smtClean="0"/>
              <a:t>Breadboard</a:t>
            </a:r>
            <a:endParaRPr lang="en-US" dirty="0"/>
          </a:p>
        </p:txBody>
      </p:sp>
      <p:pic>
        <p:nvPicPr>
          <p:cNvPr id="7" name="object 13"/>
          <p:cNvPicPr>
            <a:picLocks noGrp="1"/>
          </p:cNvPicPr>
          <p:nvPr>
            <p:ph sz="quarter" idx="14"/>
          </p:nvPr>
        </p:nvPicPr>
        <p:blipFill rotWithShape="1">
          <a:blip r:embed="rId2" cstate="print"/>
          <a:srcRect r="38133"/>
          <a:stretch/>
        </p:blipFill>
        <p:spPr>
          <a:xfrm>
            <a:off x="5729288" y="2121406"/>
            <a:ext cx="4757737" cy="38793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1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Arduino IDE Code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72590" y="1776357"/>
            <a:ext cx="8261873" cy="36038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// the setup function runs once when you press reset or power the board</a:t>
            </a:r>
          </a:p>
          <a:p>
            <a:pPr marL="0" indent="0">
              <a:buNone/>
            </a:pPr>
            <a:r>
              <a:rPr lang="en-US" sz="1800" dirty="0"/>
              <a:t>void setup() {</a:t>
            </a:r>
          </a:p>
          <a:p>
            <a:pPr marL="0" indent="0">
              <a:buNone/>
            </a:pPr>
            <a:r>
              <a:rPr lang="en-US" sz="1800" dirty="0"/>
              <a:t>  // initialize digital pin LED_BUILTIN as an output.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pinMode</a:t>
            </a:r>
            <a:r>
              <a:rPr lang="en-US" sz="1800" dirty="0"/>
              <a:t>(LED_BUILTIN, OUTPUT);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// the loop function runs over and over again forever</a:t>
            </a:r>
          </a:p>
          <a:p>
            <a:pPr marL="0" indent="0">
              <a:buNone/>
            </a:pPr>
            <a:r>
              <a:rPr lang="en-US" sz="1800" dirty="0"/>
              <a:t>void loop() {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digitalWrite</a:t>
            </a:r>
            <a:r>
              <a:rPr lang="en-US" sz="1800" dirty="0"/>
              <a:t>(LED_BUILTIN, HIGH);   // turn the LED on (HIGH is the voltage level)</a:t>
            </a:r>
          </a:p>
          <a:p>
            <a:pPr marL="0" indent="0">
              <a:buNone/>
            </a:pPr>
            <a:r>
              <a:rPr lang="en-US" sz="1800" dirty="0"/>
              <a:t>  delay(1000);                       // wait for a second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err="1"/>
              <a:t>digitalWrite</a:t>
            </a:r>
            <a:r>
              <a:rPr lang="en-US" sz="1800" dirty="0"/>
              <a:t>(LED_BUILTIN, LOW);    // turn the LED off by making the voltage LOW</a:t>
            </a:r>
          </a:p>
          <a:p>
            <a:pPr marL="0" indent="0">
              <a:buNone/>
            </a:pPr>
            <a:r>
              <a:rPr lang="en-US" sz="1800" dirty="0"/>
              <a:t>  delay(1000);                       // wait for a second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7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02: Push button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Arduino Uno Board</a:t>
            </a:r>
          </a:p>
          <a:p>
            <a:pPr lvl="1"/>
            <a:r>
              <a:rPr lang="en-US" dirty="0" smtClean="0"/>
              <a:t>LED</a:t>
            </a:r>
          </a:p>
          <a:p>
            <a:pPr lvl="1"/>
            <a:r>
              <a:rPr lang="en-US" dirty="0" smtClean="0"/>
              <a:t>Resistor</a:t>
            </a:r>
          </a:p>
          <a:p>
            <a:pPr lvl="1"/>
            <a:r>
              <a:rPr lang="en-US" dirty="0" smtClean="0"/>
              <a:t>Push button</a:t>
            </a:r>
          </a:p>
          <a:p>
            <a:pPr lvl="1"/>
            <a:r>
              <a:rPr lang="en-US" dirty="0" smtClean="0"/>
              <a:t>Jumper wires</a:t>
            </a:r>
          </a:p>
          <a:p>
            <a:pPr lvl="1"/>
            <a:r>
              <a:rPr lang="en-US" dirty="0" smtClean="0"/>
              <a:t>Breadboard</a:t>
            </a:r>
            <a:endParaRPr lang="en-US" dirty="0"/>
          </a:p>
        </p:txBody>
      </p:sp>
      <p:pic>
        <p:nvPicPr>
          <p:cNvPr id="7" name="61CEF68">
            <a:hlinkClick r:id="" action="ppaction://media"/>
          </p:cNvPr>
          <p:cNvPicPr>
            <a:picLocks noGrp="1" noChangeAspect="1"/>
          </p:cNvPicPr>
          <p:nvPr>
            <p:ph sz="quarter" idx="14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8238" y="2281238"/>
            <a:ext cx="4267200" cy="3281362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3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Code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900" y="2119313"/>
            <a:ext cx="3603625" cy="3603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2691" y="5822183"/>
            <a:ext cx="9168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</a:t>
            </a:r>
            <a:r>
              <a:rPr lang="en-US" dirty="0" smtClean="0">
                <a:hlinkClick r:id="rId4"/>
              </a:rPr>
              <a:t>github.com/Shriji-technoaspire/Arduino-projects/blob/main/PUSH_BUTTON_LED.ino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4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03: Object detection alarm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Arduino Uno Board</a:t>
            </a:r>
          </a:p>
          <a:p>
            <a:pPr lvl="1"/>
            <a:r>
              <a:rPr lang="en-US" dirty="0" smtClean="0"/>
              <a:t>Buzzer</a:t>
            </a:r>
          </a:p>
          <a:p>
            <a:pPr lvl="1"/>
            <a:r>
              <a:rPr lang="en-US" dirty="0" smtClean="0"/>
              <a:t>IR sensor</a:t>
            </a:r>
          </a:p>
          <a:p>
            <a:pPr lvl="1"/>
            <a:r>
              <a:rPr lang="en-US" dirty="0" smtClean="0"/>
              <a:t>Jumper wires</a:t>
            </a:r>
          </a:p>
          <a:p>
            <a:pPr lvl="1"/>
            <a:r>
              <a:rPr lang="en-US" dirty="0" smtClean="0"/>
              <a:t>Breadboard</a:t>
            </a:r>
            <a:endParaRPr lang="en-US" dirty="0"/>
          </a:p>
        </p:txBody>
      </p:sp>
      <p:pic>
        <p:nvPicPr>
          <p:cNvPr id="7" name="object 17"/>
          <p:cNvPicPr>
            <a:picLocks noGrp="1"/>
          </p:cNvPicPr>
          <p:nvPr>
            <p:ph sz="quarter" idx="14"/>
          </p:nvPr>
        </p:nvPicPr>
        <p:blipFill>
          <a:blip r:embed="rId2" cstate="print"/>
          <a:stretch>
            <a:fillRect/>
          </a:stretch>
        </p:blipFill>
        <p:spPr>
          <a:xfrm>
            <a:off x="5457825" y="2020068"/>
            <a:ext cx="4943475" cy="35234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6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Code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900" y="2119313"/>
            <a:ext cx="3603625" cy="3603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7813" y="5822183"/>
            <a:ext cx="987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</a:t>
            </a:r>
            <a:r>
              <a:rPr lang="en-US" dirty="0" smtClean="0">
                <a:hlinkClick r:id="rId4"/>
              </a:rPr>
              <a:t>github.com/Shriji-technoaspire/Arduino-projects/blob/main/IR_SENSOR_WITH_BUZZER.ino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2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04: Social Distancing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Arduino Uno Board</a:t>
            </a:r>
          </a:p>
          <a:p>
            <a:pPr lvl="1"/>
            <a:r>
              <a:rPr lang="en-US" dirty="0" smtClean="0"/>
              <a:t>Buzzer</a:t>
            </a:r>
          </a:p>
          <a:p>
            <a:pPr lvl="1"/>
            <a:r>
              <a:rPr lang="en-US" dirty="0" smtClean="0"/>
              <a:t>Led and resistor</a:t>
            </a:r>
          </a:p>
          <a:p>
            <a:pPr lvl="1"/>
            <a:r>
              <a:rPr lang="en-US" dirty="0" smtClean="0"/>
              <a:t>Ultrasonic Sensor</a:t>
            </a:r>
          </a:p>
          <a:p>
            <a:pPr lvl="1"/>
            <a:r>
              <a:rPr lang="en-US" dirty="0" smtClean="0"/>
              <a:t>Jumper wires</a:t>
            </a:r>
          </a:p>
          <a:p>
            <a:pPr lvl="1"/>
            <a:r>
              <a:rPr lang="en-US" dirty="0" smtClean="0"/>
              <a:t>Breadboard</a:t>
            </a:r>
            <a:endParaRPr lang="en-US" dirty="0"/>
          </a:p>
        </p:txBody>
      </p:sp>
      <p:pic>
        <p:nvPicPr>
          <p:cNvPr id="7" name="object 13"/>
          <p:cNvPicPr>
            <a:picLocks noGrp="1"/>
          </p:cNvPicPr>
          <p:nvPr>
            <p:ph sz="quarter" idx="14"/>
          </p:nvPr>
        </p:nvPicPr>
        <p:blipFill>
          <a:blip r:embed="rId2" cstate="print"/>
          <a:stretch>
            <a:fillRect/>
          </a:stretch>
        </p:blipFill>
        <p:spPr>
          <a:xfrm>
            <a:off x="5300663" y="2194544"/>
            <a:ext cx="5184775" cy="38062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Code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900" y="2119313"/>
            <a:ext cx="3603625" cy="360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23037" y="5822183"/>
            <a:ext cx="951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4"/>
              </a:rPr>
              <a:t>https://github.com/Shriji-technoaspire/Arduino-projects/blob/main/Social_distance_project.ino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58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05: 7 segment LED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</a:p>
          <a:p>
            <a:pPr lvl="1"/>
            <a:r>
              <a:rPr lang="en-US" dirty="0" smtClean="0"/>
              <a:t>Arduino Uno Board</a:t>
            </a:r>
          </a:p>
          <a:p>
            <a:pPr lvl="1"/>
            <a:r>
              <a:rPr lang="en-US" dirty="0" smtClean="0"/>
              <a:t>7 Segment LED</a:t>
            </a:r>
          </a:p>
          <a:p>
            <a:pPr lvl="1"/>
            <a:r>
              <a:rPr lang="en-US" dirty="0" smtClean="0"/>
              <a:t>Jumper wires</a:t>
            </a:r>
          </a:p>
          <a:p>
            <a:pPr lvl="1"/>
            <a:r>
              <a:rPr lang="en-US" dirty="0" smtClean="0"/>
              <a:t>Breadboard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r="9167"/>
          <a:stretch/>
        </p:blipFill>
        <p:spPr>
          <a:xfrm>
            <a:off x="4661939" y="1821815"/>
            <a:ext cx="6496599" cy="39023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QR Code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900" y="2119313"/>
            <a:ext cx="3603625" cy="3603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733" y="5822183"/>
            <a:ext cx="9982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4"/>
              </a:rPr>
              <a:t>https://github.com/Shriji-technoaspire/Arduino-projects/blob/main/7_SEGMENT_ARUINO_CODE.ino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3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dirty="0" smtClean="0"/>
              <a:t>Telescope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20" y="3623025"/>
            <a:ext cx="3197359" cy="8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9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6CBB467-BB3D-42F2-8936-9BB9C0A40F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626"/>
          <a:stretch/>
        </p:blipFill>
        <p:spPr>
          <a:xfrm>
            <a:off x="2438688" y="879474"/>
            <a:ext cx="3890674" cy="50990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9474" y="879474"/>
            <a:ext cx="367248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Micro adjustable Altitude control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Focusing wheel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Focusing tube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Angle prism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Eyepiece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Finder scope bracket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Finder scope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Main telescope body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Sunshade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Lens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Yoke locking screw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Adjustment locking nut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Yoke bracket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Azimuth lock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Tripod head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Accessory tray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Tripod leg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1" dirty="0" smtClean="0"/>
              <a:t>Rubber tipped feet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 rot="16200000">
            <a:off x="-2933471" y="2969373"/>
            <a:ext cx="9286993" cy="89851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Telescopes Parts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8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YouTube link for assemble the Telescope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977407"/>
              </p:ext>
            </p:extLst>
          </p:nvPr>
        </p:nvGraphicFramePr>
        <p:xfrm>
          <a:off x="1950721" y="2119257"/>
          <a:ext cx="8261873" cy="3603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970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50" y="643290"/>
            <a:ext cx="3236020" cy="1828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110" y="643290"/>
            <a:ext cx="3695577" cy="182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629" y="2548139"/>
            <a:ext cx="1658742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047" y="2567398"/>
            <a:ext cx="1898566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289" y="2548139"/>
            <a:ext cx="2193820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785" y="2548139"/>
            <a:ext cx="2719404" cy="1828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334" y="4458276"/>
            <a:ext cx="3787462" cy="1828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2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Telescopes Work?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171699"/>
              </p:ext>
            </p:extLst>
          </p:nvPr>
        </p:nvGraphicFramePr>
        <p:xfrm>
          <a:off x="1950721" y="2020068"/>
          <a:ext cx="8261873" cy="3703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1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98" y="842971"/>
            <a:ext cx="10175416" cy="5400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9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Telescope Power/Magnification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256970"/>
              </p:ext>
            </p:extLst>
          </p:nvPr>
        </p:nvGraphicFramePr>
        <p:xfrm>
          <a:off x="1460030" y="2119311"/>
          <a:ext cx="9286996" cy="329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749"/>
                <a:gridCol w="2321749"/>
                <a:gridCol w="2321749"/>
                <a:gridCol w="2321749"/>
              </a:tblGrid>
              <a:tr h="1702389">
                <a:tc>
                  <a:txBody>
                    <a:bodyPr/>
                    <a:lstStyle/>
                    <a:p>
                      <a:pPr lvl="1" algn="ctr"/>
                      <a:r>
                        <a:rPr lang="en-US" sz="18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Eyepiece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Magnification Power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Magnification Power</a:t>
                      </a:r>
                    </a:p>
                    <a:p>
                      <a:pPr algn="ctr"/>
                      <a:r>
                        <a:rPr lang="en-GB" sz="18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With</a:t>
                      </a:r>
                      <a:r>
                        <a:rPr lang="en-GB" sz="18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 a </a:t>
                      </a:r>
                      <a:r>
                        <a:rPr lang="en-GB" sz="18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1.5x</a:t>
                      </a:r>
                      <a:r>
                        <a:rPr lang="en-GB" sz="18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en-GB" sz="18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Eyepiece extension</a:t>
                      </a:r>
                      <a:endParaRPr lang="en-IN" sz="18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with a 3x Barlow lens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31088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SR4mm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525x</a:t>
                      </a:r>
                    </a:p>
                  </a:txBody>
                  <a:tcPr anchor="ctr"/>
                </a:tc>
              </a:tr>
              <a:tr h="531088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H12.5mm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168x</a:t>
                      </a:r>
                    </a:p>
                  </a:txBody>
                  <a:tcPr anchor="ctr"/>
                </a:tc>
              </a:tr>
              <a:tr h="531088"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H20mm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105x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2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Which magnification should be chosen?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02763184"/>
                  </p:ext>
                </p:extLst>
              </p:nvPr>
            </p:nvGraphicFramePr>
            <p:xfrm>
              <a:off x="1951038" y="2119313"/>
              <a:ext cx="8261350" cy="36036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02763184"/>
                  </p:ext>
                </p:extLst>
              </p:nvPr>
            </p:nvGraphicFramePr>
            <p:xfrm>
              <a:off x="1951038" y="2119313"/>
              <a:ext cx="8261350" cy="360362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8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GB" smtClean="0"/>
              <a:t>Drone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20" y="3623025"/>
            <a:ext cx="3197359" cy="8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7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Link for Drone Remote Control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985821"/>
              </p:ext>
            </p:extLst>
          </p:nvPr>
        </p:nvGraphicFramePr>
        <p:xfrm>
          <a:off x="1950721" y="2119257"/>
          <a:ext cx="8261873" cy="3603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12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UAV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027372"/>
              </p:ext>
            </p:extLst>
          </p:nvPr>
        </p:nvGraphicFramePr>
        <p:xfrm>
          <a:off x="1950721" y="2119257"/>
          <a:ext cx="8261873" cy="3603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9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Classification of Drone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051721"/>
              </p:ext>
            </p:extLst>
          </p:nvPr>
        </p:nvGraphicFramePr>
        <p:xfrm>
          <a:off x="1951038" y="2119313"/>
          <a:ext cx="8261350" cy="360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5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5" dirty="0"/>
              <a:t>D</a:t>
            </a:r>
            <a:r>
              <a:rPr lang="en-US" spc="-65" dirty="0"/>
              <a:t>y</a:t>
            </a:r>
            <a:r>
              <a:rPr lang="en-US" spc="270" dirty="0"/>
              <a:t>n</a:t>
            </a:r>
            <a:r>
              <a:rPr lang="en-US" spc="290" dirty="0"/>
              <a:t>a</a:t>
            </a:r>
            <a:r>
              <a:rPr lang="en-US" spc="425" dirty="0"/>
              <a:t>m</a:t>
            </a:r>
            <a:r>
              <a:rPr lang="en-US" spc="20" dirty="0"/>
              <a:t>ics</a:t>
            </a:r>
            <a:r>
              <a:rPr lang="en-US" spc="-155" dirty="0"/>
              <a:t> </a:t>
            </a:r>
            <a:r>
              <a:rPr lang="en-US" spc="50" dirty="0"/>
              <a:t>o</a:t>
            </a:r>
            <a:r>
              <a:rPr lang="en-US" spc="160" dirty="0"/>
              <a:t>f</a:t>
            </a:r>
            <a:r>
              <a:rPr lang="en-US" spc="-130" dirty="0"/>
              <a:t> </a:t>
            </a:r>
            <a:r>
              <a:rPr lang="en-US" spc="290" dirty="0"/>
              <a:t>a</a:t>
            </a:r>
            <a:r>
              <a:rPr lang="en-US" spc="260" dirty="0"/>
              <a:t>n</a:t>
            </a:r>
            <a:r>
              <a:rPr lang="en-US" spc="-135" dirty="0"/>
              <a:t> </a:t>
            </a:r>
            <a:r>
              <a:rPr lang="en-US" spc="290" dirty="0"/>
              <a:t>a</a:t>
            </a:r>
            <a:r>
              <a:rPr lang="en-US" spc="175" dirty="0"/>
              <a:t>e</a:t>
            </a:r>
            <a:r>
              <a:rPr lang="en-US" spc="180" dirty="0"/>
              <a:t>r</a:t>
            </a:r>
            <a:r>
              <a:rPr lang="en-US" spc="210" dirty="0"/>
              <a:t>i</a:t>
            </a:r>
            <a:r>
              <a:rPr lang="en-US" spc="320" dirty="0"/>
              <a:t>a</a:t>
            </a:r>
            <a:r>
              <a:rPr lang="en-US" spc="160" dirty="0"/>
              <a:t>l</a:t>
            </a:r>
            <a:r>
              <a:rPr lang="en-US" spc="-155" dirty="0"/>
              <a:t> </a:t>
            </a:r>
            <a:r>
              <a:rPr lang="en-US" spc="-105" dirty="0"/>
              <a:t>s</a:t>
            </a:r>
            <a:r>
              <a:rPr lang="en-US" spc="-85" dirty="0"/>
              <a:t>y</a:t>
            </a:r>
            <a:r>
              <a:rPr lang="en-US" spc="105" dirty="0"/>
              <a:t>s</a:t>
            </a:r>
            <a:r>
              <a:rPr lang="en-US" spc="75" dirty="0"/>
              <a:t>t</a:t>
            </a:r>
            <a:r>
              <a:rPr lang="en-US" spc="175" dirty="0"/>
              <a:t>e</a:t>
            </a:r>
            <a:r>
              <a:rPr lang="en-US" spc="420" dirty="0"/>
              <a:t>m</a:t>
            </a:r>
            <a:endParaRPr lang="en-US" dirty="0"/>
          </a:p>
        </p:txBody>
      </p:sp>
      <p:pic>
        <p:nvPicPr>
          <p:cNvPr id="6" name="object 12"/>
          <p:cNvPicPr>
            <a:picLocks noGrp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1731963" y="2525747"/>
            <a:ext cx="4267200" cy="2793930"/>
          </a:xfrm>
          <a:prstGeom prst="rect">
            <a:avLst/>
          </a:prstGeom>
        </p:spPr>
      </p:pic>
      <p:pic>
        <p:nvPicPr>
          <p:cNvPr id="7" name="object 13"/>
          <p:cNvPicPr>
            <a:picLocks noGrp="1"/>
          </p:cNvPicPr>
          <p:nvPr>
            <p:ph sz="quarter" idx="14"/>
          </p:nvPr>
        </p:nvPicPr>
        <p:blipFill>
          <a:blip r:embed="rId3" cstate="print"/>
          <a:stretch>
            <a:fillRect/>
          </a:stretch>
        </p:blipFill>
        <p:spPr>
          <a:xfrm>
            <a:off x="6218238" y="2505446"/>
            <a:ext cx="4267200" cy="28329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5" dirty="0"/>
              <a:t>C</a:t>
            </a:r>
            <a:r>
              <a:rPr lang="en-US" spc="70" dirty="0"/>
              <a:t>O</a:t>
            </a:r>
            <a:r>
              <a:rPr lang="en-US" spc="75" dirty="0"/>
              <a:t>N</a:t>
            </a:r>
            <a:r>
              <a:rPr lang="en-US" spc="-10" dirty="0"/>
              <a:t>T</a:t>
            </a:r>
            <a:r>
              <a:rPr lang="en-US" spc="25" dirty="0"/>
              <a:t>R</a:t>
            </a:r>
            <a:r>
              <a:rPr lang="en-US" spc="-45" dirty="0"/>
              <a:t>OL</a:t>
            </a:r>
            <a:r>
              <a:rPr lang="en-US" spc="-145" dirty="0"/>
              <a:t> </a:t>
            </a:r>
            <a:r>
              <a:rPr lang="en-US" spc="-10" dirty="0"/>
              <a:t>OF</a:t>
            </a:r>
            <a:r>
              <a:rPr lang="en-US" spc="-114" dirty="0"/>
              <a:t> </a:t>
            </a:r>
            <a:r>
              <a:rPr lang="en-US" spc="110" dirty="0"/>
              <a:t>D</a:t>
            </a:r>
            <a:r>
              <a:rPr lang="en-US" spc="25" dirty="0"/>
              <a:t>R</a:t>
            </a:r>
            <a:r>
              <a:rPr lang="en-US" spc="70" dirty="0"/>
              <a:t>O</a:t>
            </a:r>
            <a:r>
              <a:rPr lang="en-US" spc="75" dirty="0"/>
              <a:t>N</a:t>
            </a:r>
            <a:r>
              <a:rPr lang="en-US" spc="-185" dirty="0"/>
              <a:t>E</a:t>
            </a:r>
            <a:endParaRPr lang="en-US" dirty="0"/>
          </a:p>
        </p:txBody>
      </p:sp>
      <p:pic>
        <p:nvPicPr>
          <p:cNvPr id="5" name="object 12"/>
          <p:cNvPicPr>
            <a:picLocks noGrp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1763448" y="2120900"/>
            <a:ext cx="4204229" cy="3603625"/>
          </a:xfrm>
          <a:prstGeom prst="rect">
            <a:avLst/>
          </a:prstGeom>
        </p:spPr>
      </p:pic>
      <p:pic>
        <p:nvPicPr>
          <p:cNvPr id="6" name="object 13"/>
          <p:cNvPicPr>
            <a:picLocks noGrp="1"/>
          </p:cNvPicPr>
          <p:nvPr>
            <p:ph sz="quarter" idx="14"/>
          </p:nvPr>
        </p:nvPicPr>
        <p:blipFill>
          <a:blip r:embed="rId3" cstate="print"/>
          <a:stretch>
            <a:fillRect/>
          </a:stretch>
        </p:blipFill>
        <p:spPr>
          <a:xfrm>
            <a:off x="6276975" y="2020068"/>
            <a:ext cx="4152900" cy="39378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6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Drone Remote control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4814" y="2120657"/>
            <a:ext cx="6677425" cy="4059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4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Application App </a:t>
            </a:r>
            <a:r>
              <a:rPr lang="en-US" b="1" dirty="0" smtClean="0"/>
              <a:t>(</a:t>
            </a:r>
            <a:r>
              <a:rPr lang="gu-IN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GX-FPV</a:t>
            </a:r>
            <a:r>
              <a:rPr lang="en-US" b="1" dirty="0" smtClean="0"/>
              <a:t>)</a:t>
            </a:r>
            <a:endParaRPr lang="en-US" b="1" dirty="0"/>
          </a:p>
        </p:txBody>
      </p:sp>
      <p:pic>
        <p:nvPicPr>
          <p:cNvPr id="8" name="Google Shape;130;p4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795606" y="2020068"/>
            <a:ext cx="8615841" cy="369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u-IN" b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GX-FPV</a:t>
            </a:r>
            <a:r>
              <a:rPr lang="en-US" b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Mobile Control</a:t>
            </a:r>
            <a:endParaRPr lang="en-US" dirty="0"/>
          </a:p>
        </p:txBody>
      </p:sp>
      <p:pic>
        <p:nvPicPr>
          <p:cNvPr id="4" name="Google Shape;131;p4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596933" y="2263601"/>
            <a:ext cx="9013187" cy="360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0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"/>
          <p:cNvPicPr>
            <a:picLocks noGrp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2428876" y="1233487"/>
            <a:ext cx="8821736" cy="46672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 rot="16200000">
            <a:off x="-1075755" y="3059383"/>
            <a:ext cx="5635330" cy="80243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Application of drone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3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QR Codes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Quiz form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Feedback form</a:t>
            </a:r>
            <a:endParaRPr lang="en-US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38" y="2944813"/>
            <a:ext cx="2779712" cy="2779712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36" y="6315075"/>
            <a:ext cx="2133064" cy="542925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2493963" y="2944813"/>
            <a:ext cx="2779712" cy="27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Social Media QR Code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103A9648-E3CC-456B-A4BB-2E4AE4B9EB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750" y="2120900"/>
            <a:ext cx="3603625" cy="3603625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CDF6CA12-4771-4530-A6C3-CCE0A8BB2AC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232" y="2119313"/>
            <a:ext cx="3605212" cy="3605212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91" y="6306841"/>
            <a:ext cx="2165415" cy="55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38755" y="2356249"/>
            <a:ext cx="4714496" cy="1231106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323" y="3587355"/>
            <a:ext cx="3197359" cy="81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8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Theme9">
  <a:themeElements>
    <a:clrScheme name="">
      <a:dk1>
        <a:srgbClr val="FFFFFF"/>
      </a:dk1>
      <a:lt1>
        <a:srgbClr val="000000"/>
      </a:lt1>
      <a:dk2>
        <a:srgbClr val="CACACA"/>
      </a:dk2>
      <a:lt2>
        <a:srgbClr val="515F7B"/>
      </a:lt2>
      <a:accent1>
        <a:srgbClr val="9FCAD3"/>
      </a:accent1>
      <a:accent2>
        <a:srgbClr val="839EE3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68CCB7"/>
      </a:hlink>
      <a:folHlink>
        <a:srgbClr val="F4D1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</a:fillStyleLst>
      <a:lnStyleLst>
        <a:ln w="9259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chemeClr val="phClr">
                <a:alpha val="38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9" id="{75370506-40CC-47E5-82FA-BFE70F3B3514}" vid="{D641736B-F9D9-4BDB-ADA5-5A4AC489FEA0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FFFFFF"/>
      </a:dk1>
      <a:lt1>
        <a:srgbClr val="000000"/>
      </a:lt1>
      <a:dk2>
        <a:srgbClr val="CACACA"/>
      </a:dk2>
      <a:lt2>
        <a:srgbClr val="515F7B"/>
      </a:lt2>
      <a:accent1>
        <a:srgbClr val="9FCAD3"/>
      </a:accent1>
      <a:accent2>
        <a:srgbClr val="839EE3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68CCB7"/>
      </a:hlink>
      <a:folHlink>
        <a:srgbClr val="F4D1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</a:fillStyleLst>
      <a:lnStyleLst>
        <a:ln w="9259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chemeClr val="phClr">
                <a:alpha val="38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">
      <a:dk1>
        <a:srgbClr val="FFFFFF"/>
      </a:dk1>
      <a:lt1>
        <a:srgbClr val="000000"/>
      </a:lt1>
      <a:dk2>
        <a:srgbClr val="CACACA"/>
      </a:dk2>
      <a:lt2>
        <a:srgbClr val="515F7B"/>
      </a:lt2>
      <a:accent1>
        <a:srgbClr val="9FCAD3"/>
      </a:accent1>
      <a:accent2>
        <a:srgbClr val="839EE3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68CCB7"/>
      </a:hlink>
      <a:folHlink>
        <a:srgbClr val="F4D1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</a:fillStyleLst>
      <a:lnStyleLst>
        <a:ln w="9259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chemeClr val="phClr">
                <a:alpha val="38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">
      <a:dk1>
        <a:srgbClr val="FFFFFF"/>
      </a:dk1>
      <a:lt1>
        <a:srgbClr val="000000"/>
      </a:lt1>
      <a:dk2>
        <a:srgbClr val="CACACA"/>
      </a:dk2>
      <a:lt2>
        <a:srgbClr val="515F7B"/>
      </a:lt2>
      <a:accent1>
        <a:srgbClr val="9FCAD3"/>
      </a:accent1>
      <a:accent2>
        <a:srgbClr val="839EE3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68CCB7"/>
      </a:hlink>
      <a:folHlink>
        <a:srgbClr val="F4D1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</a:fillStyleLst>
      <a:lnStyleLst>
        <a:ln w="9259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chemeClr val="phClr">
                <a:alpha val="38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ustom Design">
  <a:themeElements>
    <a:clrScheme name="">
      <a:dk1>
        <a:srgbClr val="FFFFFF"/>
      </a:dk1>
      <a:lt1>
        <a:srgbClr val="000000"/>
      </a:lt1>
      <a:dk2>
        <a:srgbClr val="CACACA"/>
      </a:dk2>
      <a:lt2>
        <a:srgbClr val="515F7B"/>
      </a:lt2>
      <a:accent1>
        <a:srgbClr val="9FCAD3"/>
      </a:accent1>
      <a:accent2>
        <a:srgbClr val="839EE3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68CCB7"/>
      </a:hlink>
      <a:folHlink>
        <a:srgbClr val="F4D1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50000"/>
              </a:schemeClr>
            </a:gs>
            <a:gs pos="35000">
              <a:schemeClr val="phClr">
                <a:tint val="37000"/>
                <a:satMod val="37000"/>
              </a:schemeClr>
            </a:gs>
            <a:gs pos="100000">
              <a:schemeClr val="phClr">
                <a:tint val="15000"/>
                <a:satMod val="15000"/>
              </a:schemeClr>
            </a:gs>
          </a:gsLst>
          <a:lin ang="16200000" scaled="1"/>
        </a:gradFill>
      </a:fillStyleLst>
      <a:lnStyleLst>
        <a:ln w="9259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chemeClr val="phClr">
                <a:alpha val="38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  <a:effectStyle>
          <a:effectLst>
            <a:outerShdw blurRad="40000" dist="230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  <a:gradFill rotWithShape="1">
          <a:gsLst>
            <a:gs pos="0">
              <a:schemeClr val="phClr"/>
            </a:gs>
            <a:gs pos="35000">
              <a:schemeClr val="phClr"/>
            </a:gs>
            <a:gs pos="100000">
              <a:schemeClr val="phClr"/>
            </a:gs>
          </a:gsLst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eme6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6" id="{B597C417-AA9E-4546-86BB-68A434BA9BC2}" vid="{11BE760E-0A35-4048-852C-8900B45D103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Theme9</Template>
  <TotalTime>273</TotalTime>
  <Words>646</Words>
  <Application>Microsoft Office PowerPoint</Application>
  <PresentationFormat>Widescreen</PresentationFormat>
  <Paragraphs>143</Paragraphs>
  <Slides>38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宋体</vt:lpstr>
      <vt:lpstr>Arial</vt:lpstr>
      <vt:lpstr>Brush Script MT</vt:lpstr>
      <vt:lpstr>Calibri</vt:lpstr>
      <vt:lpstr>Cambria Math</vt:lpstr>
      <vt:lpstr>Constantia</vt:lpstr>
      <vt:lpstr>Franklin Gothic Book</vt:lpstr>
      <vt:lpstr>Rage Italic</vt:lpstr>
      <vt:lpstr>Trebuchet MS</vt:lpstr>
      <vt:lpstr>Theme9</vt:lpstr>
      <vt:lpstr>Custom Design</vt:lpstr>
      <vt:lpstr>1_Custom Design</vt:lpstr>
      <vt:lpstr>2_Custom Design</vt:lpstr>
      <vt:lpstr>3_Custom Design</vt:lpstr>
      <vt:lpstr>Theme6</vt:lpstr>
      <vt:lpstr>PowerPoint Presentation</vt:lpstr>
      <vt:lpstr>Introduction About Innovation Club </vt:lpstr>
      <vt:lpstr>Innovation Club </vt:lpstr>
      <vt:lpstr>Advance Electronics</vt:lpstr>
      <vt:lpstr>Arduino Uno Board</vt:lpstr>
      <vt:lpstr>Arduino IDE</vt:lpstr>
      <vt:lpstr>Toolbar of Arduino IDE</vt:lpstr>
      <vt:lpstr>Activity 01: LED Blink</vt:lpstr>
      <vt:lpstr>Arduino IDE Code</vt:lpstr>
      <vt:lpstr>Activity 02: Push button</vt:lpstr>
      <vt:lpstr>QR Code</vt:lpstr>
      <vt:lpstr>Activity 03: Object detection alarm</vt:lpstr>
      <vt:lpstr>QR Code</vt:lpstr>
      <vt:lpstr>Activity 04: Social Distancing</vt:lpstr>
      <vt:lpstr>QR Code</vt:lpstr>
      <vt:lpstr>Activity 05: 7 segment LED</vt:lpstr>
      <vt:lpstr>QR Code</vt:lpstr>
      <vt:lpstr>Telescope</vt:lpstr>
      <vt:lpstr>PowerPoint Presentation</vt:lpstr>
      <vt:lpstr>YouTube link for assemble the Telescope</vt:lpstr>
      <vt:lpstr>PowerPoint Presentation</vt:lpstr>
      <vt:lpstr>How do Telescopes Work?</vt:lpstr>
      <vt:lpstr>PowerPoint Presentation</vt:lpstr>
      <vt:lpstr>Telescope Power/Magnification</vt:lpstr>
      <vt:lpstr>Which magnification should be chosen?</vt:lpstr>
      <vt:lpstr>Drone</vt:lpstr>
      <vt:lpstr>Video Link for Drone Remote Control</vt:lpstr>
      <vt:lpstr>Introduction to UAV</vt:lpstr>
      <vt:lpstr>Classification of Drone</vt:lpstr>
      <vt:lpstr>Dynamics of an aerial system</vt:lpstr>
      <vt:lpstr>CONTROL OF DRONE</vt:lpstr>
      <vt:lpstr>Drone Remote control</vt:lpstr>
      <vt:lpstr>Mobile Application App (GX-FPV)</vt:lpstr>
      <vt:lpstr>GX-FPV Mobile Control</vt:lpstr>
      <vt:lpstr>PowerPoint Presentation</vt:lpstr>
      <vt:lpstr>QR Codes</vt:lpstr>
      <vt:lpstr>Social Media QR Code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Mayuri Vasava</dc:creator>
  <cp:lastModifiedBy>Mayuri Vasava</cp:lastModifiedBy>
  <cp:revision>19</cp:revision>
  <dcterms:created xsi:type="dcterms:W3CDTF">2022-07-04T09:31:35Z</dcterms:created>
  <dcterms:modified xsi:type="dcterms:W3CDTF">2022-07-05T01:48:36Z</dcterms:modified>
</cp:coreProperties>
</file>